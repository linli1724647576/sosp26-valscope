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6" r:id="rId2"/>
  </p:sldIdLst>
  <p:sldSz cx="10752138" cy="7218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33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064" y="736"/>
      </p:cViewPr>
      <p:guideLst>
        <p:guide orient="horz" pos="2274"/>
        <p:guide pos="33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6411" y="1181339"/>
            <a:ext cx="9139317" cy="2513060"/>
          </a:xfrm>
        </p:spPr>
        <p:txBody>
          <a:bodyPr anchor="b"/>
          <a:lstStyle>
            <a:lvl1pPr algn="ctr">
              <a:defRPr sz="6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4017" y="3791312"/>
            <a:ext cx="8064104" cy="1742766"/>
          </a:xfrm>
        </p:spPr>
        <p:txBody>
          <a:bodyPr/>
          <a:lstStyle>
            <a:lvl1pPr marL="0" indent="0" algn="ctr">
              <a:buNone/>
              <a:defRPr sz="2526"/>
            </a:lvl1pPr>
            <a:lvl2pPr marL="481203" indent="0" algn="ctr">
              <a:buNone/>
              <a:defRPr sz="2105"/>
            </a:lvl2pPr>
            <a:lvl3pPr marL="962406" indent="0" algn="ctr">
              <a:buNone/>
              <a:defRPr sz="1895"/>
            </a:lvl3pPr>
            <a:lvl4pPr marL="1443609" indent="0" algn="ctr">
              <a:buNone/>
              <a:defRPr sz="1684"/>
            </a:lvl4pPr>
            <a:lvl5pPr marL="1924812" indent="0" algn="ctr">
              <a:buNone/>
              <a:defRPr sz="1684"/>
            </a:lvl5pPr>
            <a:lvl6pPr marL="2406015" indent="0" algn="ctr">
              <a:buNone/>
              <a:defRPr sz="1684"/>
            </a:lvl6pPr>
            <a:lvl7pPr marL="2887218" indent="0" algn="ctr">
              <a:buNone/>
              <a:defRPr sz="1684"/>
            </a:lvl7pPr>
            <a:lvl8pPr marL="3368421" indent="0" algn="ctr">
              <a:buNone/>
              <a:defRPr sz="1684"/>
            </a:lvl8pPr>
            <a:lvl9pPr marL="3849624" indent="0" algn="ctr">
              <a:buNone/>
              <a:defRPr sz="168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28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42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610" y="1799580"/>
            <a:ext cx="9273719" cy="3002638"/>
          </a:xfrm>
        </p:spPr>
        <p:txBody>
          <a:bodyPr anchor="b"/>
          <a:lstStyle>
            <a:lvl1pPr>
              <a:defRPr sz="6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610" y="4830624"/>
            <a:ext cx="9273719" cy="1579016"/>
          </a:xfrm>
        </p:spPr>
        <p:txBody>
          <a:bodyPr/>
          <a:lstStyle>
            <a:lvl1pPr marL="0" indent="0">
              <a:buNone/>
              <a:defRPr sz="2526">
                <a:solidFill>
                  <a:schemeClr val="tx1"/>
                </a:solidFill>
              </a:defRPr>
            </a:lvl1pPr>
            <a:lvl2pPr marL="481203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2pPr>
            <a:lvl3pPr marL="962406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3pPr>
            <a:lvl4pPr marL="1443609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4pPr>
            <a:lvl5pPr marL="1924812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6pPr>
            <a:lvl7pPr marL="2887218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7pPr>
            <a:lvl8pPr marL="3368421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8pPr>
            <a:lvl9pPr marL="3849624" indent="0">
              <a:buNone/>
              <a:defRPr sz="16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76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9209" y="1921555"/>
            <a:ext cx="4569659" cy="45799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3270" y="1921555"/>
            <a:ext cx="4569659" cy="45799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36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384312"/>
            <a:ext cx="9273719" cy="13952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11" y="1769502"/>
            <a:ext cx="4548658" cy="867206"/>
          </a:xfrm>
        </p:spPr>
        <p:txBody>
          <a:bodyPr anchor="b"/>
          <a:lstStyle>
            <a:lvl1pPr marL="0" indent="0">
              <a:buNone/>
              <a:defRPr sz="2526" b="1"/>
            </a:lvl1pPr>
            <a:lvl2pPr marL="481203" indent="0">
              <a:buNone/>
              <a:defRPr sz="2105" b="1"/>
            </a:lvl2pPr>
            <a:lvl3pPr marL="962406" indent="0">
              <a:buNone/>
              <a:defRPr sz="1895" b="1"/>
            </a:lvl3pPr>
            <a:lvl4pPr marL="1443609" indent="0">
              <a:buNone/>
              <a:defRPr sz="1684" b="1"/>
            </a:lvl4pPr>
            <a:lvl5pPr marL="1924812" indent="0">
              <a:buNone/>
              <a:defRPr sz="1684" b="1"/>
            </a:lvl5pPr>
            <a:lvl6pPr marL="2406015" indent="0">
              <a:buNone/>
              <a:defRPr sz="1684" b="1"/>
            </a:lvl6pPr>
            <a:lvl7pPr marL="2887218" indent="0">
              <a:buNone/>
              <a:defRPr sz="1684" b="1"/>
            </a:lvl7pPr>
            <a:lvl8pPr marL="3368421" indent="0">
              <a:buNone/>
              <a:defRPr sz="1684" b="1"/>
            </a:lvl8pPr>
            <a:lvl9pPr marL="3849624" indent="0">
              <a:buNone/>
              <a:defRPr sz="168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11" y="2636707"/>
            <a:ext cx="4548658" cy="38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3271" y="1769502"/>
            <a:ext cx="4571059" cy="867206"/>
          </a:xfrm>
        </p:spPr>
        <p:txBody>
          <a:bodyPr anchor="b"/>
          <a:lstStyle>
            <a:lvl1pPr marL="0" indent="0">
              <a:buNone/>
              <a:defRPr sz="2526" b="1"/>
            </a:lvl1pPr>
            <a:lvl2pPr marL="481203" indent="0">
              <a:buNone/>
              <a:defRPr sz="2105" b="1"/>
            </a:lvl2pPr>
            <a:lvl3pPr marL="962406" indent="0">
              <a:buNone/>
              <a:defRPr sz="1895" b="1"/>
            </a:lvl3pPr>
            <a:lvl4pPr marL="1443609" indent="0">
              <a:buNone/>
              <a:defRPr sz="1684" b="1"/>
            </a:lvl4pPr>
            <a:lvl5pPr marL="1924812" indent="0">
              <a:buNone/>
              <a:defRPr sz="1684" b="1"/>
            </a:lvl5pPr>
            <a:lvl6pPr marL="2406015" indent="0">
              <a:buNone/>
              <a:defRPr sz="1684" b="1"/>
            </a:lvl6pPr>
            <a:lvl7pPr marL="2887218" indent="0">
              <a:buNone/>
              <a:defRPr sz="1684" b="1"/>
            </a:lvl7pPr>
            <a:lvl8pPr marL="3368421" indent="0">
              <a:buNone/>
              <a:defRPr sz="1684" b="1"/>
            </a:lvl8pPr>
            <a:lvl9pPr marL="3849624" indent="0">
              <a:buNone/>
              <a:defRPr sz="168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3271" y="2636707"/>
            <a:ext cx="4571059" cy="38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08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42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75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481224"/>
            <a:ext cx="3467844" cy="1684285"/>
          </a:xfrm>
        </p:spPr>
        <p:txBody>
          <a:bodyPr anchor="b"/>
          <a:lstStyle>
            <a:lvl1pPr>
              <a:defRPr sz="33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059" y="1039312"/>
            <a:ext cx="5443270" cy="5129716"/>
          </a:xfrm>
        </p:spPr>
        <p:txBody>
          <a:bodyPr/>
          <a:lstStyle>
            <a:lvl1pPr>
              <a:defRPr sz="3368"/>
            </a:lvl1pPr>
            <a:lvl2pPr>
              <a:defRPr sz="2947"/>
            </a:lvl2pPr>
            <a:lvl3pPr>
              <a:defRPr sz="2526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2165509"/>
            <a:ext cx="3467844" cy="4011873"/>
          </a:xfrm>
        </p:spPr>
        <p:txBody>
          <a:bodyPr/>
          <a:lstStyle>
            <a:lvl1pPr marL="0" indent="0">
              <a:buNone/>
              <a:defRPr sz="1684"/>
            </a:lvl1pPr>
            <a:lvl2pPr marL="481203" indent="0">
              <a:buNone/>
              <a:defRPr sz="1474"/>
            </a:lvl2pPr>
            <a:lvl3pPr marL="962406" indent="0">
              <a:buNone/>
              <a:defRPr sz="1263"/>
            </a:lvl3pPr>
            <a:lvl4pPr marL="1443609" indent="0">
              <a:buNone/>
              <a:defRPr sz="1053"/>
            </a:lvl4pPr>
            <a:lvl5pPr marL="1924812" indent="0">
              <a:buNone/>
              <a:defRPr sz="1053"/>
            </a:lvl5pPr>
            <a:lvl6pPr marL="2406015" indent="0">
              <a:buNone/>
              <a:defRPr sz="1053"/>
            </a:lvl6pPr>
            <a:lvl7pPr marL="2887218" indent="0">
              <a:buNone/>
              <a:defRPr sz="1053"/>
            </a:lvl7pPr>
            <a:lvl8pPr marL="3368421" indent="0">
              <a:buNone/>
              <a:defRPr sz="1053"/>
            </a:lvl8pPr>
            <a:lvl9pPr marL="3849624" indent="0">
              <a:buNone/>
              <a:defRPr sz="10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342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610" y="481224"/>
            <a:ext cx="3467844" cy="1684285"/>
          </a:xfrm>
        </p:spPr>
        <p:txBody>
          <a:bodyPr anchor="b"/>
          <a:lstStyle>
            <a:lvl1pPr>
              <a:defRPr sz="33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1059" y="1039312"/>
            <a:ext cx="5443270" cy="5129716"/>
          </a:xfrm>
        </p:spPr>
        <p:txBody>
          <a:bodyPr anchor="t"/>
          <a:lstStyle>
            <a:lvl1pPr marL="0" indent="0">
              <a:buNone/>
              <a:defRPr sz="3368"/>
            </a:lvl1pPr>
            <a:lvl2pPr marL="481203" indent="0">
              <a:buNone/>
              <a:defRPr sz="2947"/>
            </a:lvl2pPr>
            <a:lvl3pPr marL="962406" indent="0">
              <a:buNone/>
              <a:defRPr sz="2526"/>
            </a:lvl3pPr>
            <a:lvl4pPr marL="1443609" indent="0">
              <a:buNone/>
              <a:defRPr sz="2105"/>
            </a:lvl4pPr>
            <a:lvl5pPr marL="1924812" indent="0">
              <a:buNone/>
              <a:defRPr sz="2105"/>
            </a:lvl5pPr>
            <a:lvl6pPr marL="2406015" indent="0">
              <a:buNone/>
              <a:defRPr sz="2105"/>
            </a:lvl6pPr>
            <a:lvl7pPr marL="2887218" indent="0">
              <a:buNone/>
              <a:defRPr sz="2105"/>
            </a:lvl7pPr>
            <a:lvl8pPr marL="3368421" indent="0">
              <a:buNone/>
              <a:defRPr sz="2105"/>
            </a:lvl8pPr>
            <a:lvl9pPr marL="3849624" indent="0">
              <a:buNone/>
              <a:defRPr sz="21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610" y="2165509"/>
            <a:ext cx="3467844" cy="4011873"/>
          </a:xfrm>
        </p:spPr>
        <p:txBody>
          <a:bodyPr/>
          <a:lstStyle>
            <a:lvl1pPr marL="0" indent="0">
              <a:buNone/>
              <a:defRPr sz="1684"/>
            </a:lvl1pPr>
            <a:lvl2pPr marL="481203" indent="0">
              <a:buNone/>
              <a:defRPr sz="1474"/>
            </a:lvl2pPr>
            <a:lvl3pPr marL="962406" indent="0">
              <a:buNone/>
              <a:defRPr sz="1263"/>
            </a:lvl3pPr>
            <a:lvl4pPr marL="1443609" indent="0">
              <a:buNone/>
              <a:defRPr sz="1053"/>
            </a:lvl4pPr>
            <a:lvl5pPr marL="1924812" indent="0">
              <a:buNone/>
              <a:defRPr sz="1053"/>
            </a:lvl5pPr>
            <a:lvl6pPr marL="2406015" indent="0">
              <a:buNone/>
              <a:defRPr sz="1053"/>
            </a:lvl6pPr>
            <a:lvl7pPr marL="2887218" indent="0">
              <a:buNone/>
              <a:defRPr sz="1053"/>
            </a:lvl7pPr>
            <a:lvl8pPr marL="3368421" indent="0">
              <a:buNone/>
              <a:defRPr sz="1053"/>
            </a:lvl8pPr>
            <a:lvl9pPr marL="3849624" indent="0">
              <a:buNone/>
              <a:defRPr sz="10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19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80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4499" y="384311"/>
            <a:ext cx="2318430" cy="61172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9210" y="384311"/>
            <a:ext cx="6820888" cy="61172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414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9210" y="384312"/>
            <a:ext cx="9273719" cy="1395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210" y="1921555"/>
            <a:ext cx="9273719" cy="4579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210" y="6690355"/>
            <a:ext cx="2419231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1646" y="6690355"/>
            <a:ext cx="3628847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93697" y="6690355"/>
            <a:ext cx="2419231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725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2406" rtl="0" eaLnBrk="1" latinLnBrk="0" hangingPunct="1">
        <a:lnSpc>
          <a:spcPct val="90000"/>
        </a:lnSpc>
        <a:spcBef>
          <a:spcPct val="0"/>
        </a:spcBef>
        <a:buNone/>
        <a:defRPr sz="46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602" indent="-240602" algn="l" defTabSz="962406" rtl="0" eaLnBrk="1" latinLnBrk="0" hangingPunct="1">
        <a:lnSpc>
          <a:spcPct val="90000"/>
        </a:lnSpc>
        <a:spcBef>
          <a:spcPts val="1053"/>
        </a:spcBef>
        <a:buFont typeface="Arial" panose="020B0604020202020204" pitchFamily="34" charset="0"/>
        <a:buChar char="•"/>
        <a:defRPr sz="2947" kern="1200">
          <a:solidFill>
            <a:schemeClr val="tx1"/>
          </a:solidFill>
          <a:latin typeface="+mn-lt"/>
          <a:ea typeface="+mn-ea"/>
          <a:cs typeface="+mn-cs"/>
        </a:defRPr>
      </a:lvl1pPr>
      <a:lvl2pPr marL="721805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2526" kern="1200">
          <a:solidFill>
            <a:schemeClr val="tx1"/>
          </a:solidFill>
          <a:latin typeface="+mn-lt"/>
          <a:ea typeface="+mn-ea"/>
          <a:cs typeface="+mn-cs"/>
        </a:defRPr>
      </a:lvl2pPr>
      <a:lvl3pPr marL="1203008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84211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4pPr>
      <a:lvl5pPr marL="2165414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5pPr>
      <a:lvl6pPr marL="2646617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6pPr>
      <a:lvl7pPr marL="3127820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7pPr>
      <a:lvl8pPr marL="3609023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8pPr>
      <a:lvl9pPr marL="4090226" indent="-240602" algn="l" defTabSz="962406" rtl="0" eaLnBrk="1" latinLnBrk="0" hangingPunct="1">
        <a:lnSpc>
          <a:spcPct val="90000"/>
        </a:lnSpc>
        <a:spcBef>
          <a:spcPts val="526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1pPr>
      <a:lvl2pPr marL="481203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2pPr>
      <a:lvl3pPr marL="962406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443609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4pPr>
      <a:lvl5pPr marL="1924812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5pPr>
      <a:lvl6pPr marL="2406015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6pPr>
      <a:lvl7pPr marL="2887218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7pPr>
      <a:lvl8pPr marL="3368421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8pPr>
      <a:lvl9pPr marL="3849624" algn="l" defTabSz="962406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椭圆 118">
            <a:extLst>
              <a:ext uri="{FF2B5EF4-FFF2-40B4-BE49-F238E27FC236}">
                <a16:creationId xmlns:a16="http://schemas.microsoft.com/office/drawing/2014/main" id="{02270315-87D2-AF2C-8FD3-53FD66BD164A}"/>
              </a:ext>
            </a:extLst>
          </p:cNvPr>
          <p:cNvSpPr/>
          <p:nvPr/>
        </p:nvSpPr>
        <p:spPr>
          <a:xfrm>
            <a:off x="1607089" y="5077733"/>
            <a:ext cx="766617" cy="553601"/>
          </a:xfrm>
          <a:prstGeom prst="ellipse">
            <a:avLst/>
          </a:prstGeom>
          <a:solidFill>
            <a:srgbClr val="FF7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2DCF91-E2B5-E20B-8A45-F2D0FB7CD43F}"/>
              </a:ext>
            </a:extLst>
          </p:cNvPr>
          <p:cNvSpPr txBox="1"/>
          <p:nvPr/>
        </p:nvSpPr>
        <p:spPr>
          <a:xfrm>
            <a:off x="2865219" y="1524913"/>
            <a:ext cx="101470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F75081-3E62-1C4E-EA73-3DC58092A286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flipH="1">
            <a:off x="3370165" y="1832690"/>
            <a:ext cx="2405" cy="725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E6F96D70-10A4-5184-A5F4-33BFD736361B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3372569" y="1832690"/>
            <a:ext cx="1002308" cy="335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9">
            <a:extLst>
              <a:ext uri="{FF2B5EF4-FFF2-40B4-BE49-F238E27FC236}">
                <a16:creationId xmlns:a16="http://schemas.microsoft.com/office/drawing/2014/main" id="{71C637EF-3F80-AA25-EFA5-ED08D6C33B51}"/>
              </a:ext>
            </a:extLst>
          </p:cNvPr>
          <p:cNvSpPr txBox="1"/>
          <p:nvPr/>
        </p:nvSpPr>
        <p:spPr>
          <a:xfrm>
            <a:off x="3882755" y="2167823"/>
            <a:ext cx="98424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02F4487B-2CBF-3A5F-EE00-E5097B05E6D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374877" y="2475599"/>
            <a:ext cx="946332" cy="132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1">
            <a:extLst>
              <a:ext uri="{FF2B5EF4-FFF2-40B4-BE49-F238E27FC236}">
                <a16:creationId xmlns:a16="http://schemas.microsoft.com/office/drawing/2014/main" id="{5E17EE64-5491-636D-4F4A-EFFAFC7C7132}"/>
              </a:ext>
            </a:extLst>
          </p:cNvPr>
          <p:cNvSpPr txBox="1"/>
          <p:nvPr/>
        </p:nvSpPr>
        <p:spPr>
          <a:xfrm>
            <a:off x="5136062" y="2607886"/>
            <a:ext cx="37029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4F94A208-03C4-13B8-DB7D-EACD4A07EB1B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1201469" y="1832689"/>
            <a:ext cx="2171100" cy="368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9">
            <a:extLst>
              <a:ext uri="{FF2B5EF4-FFF2-40B4-BE49-F238E27FC236}">
                <a16:creationId xmlns:a16="http://schemas.microsoft.com/office/drawing/2014/main" id="{449A65F9-75BF-E1CB-02A2-92BB81FD3825}"/>
              </a:ext>
            </a:extLst>
          </p:cNvPr>
          <p:cNvSpPr txBox="1"/>
          <p:nvPr/>
        </p:nvSpPr>
        <p:spPr>
          <a:xfrm>
            <a:off x="363877" y="2201335"/>
            <a:ext cx="1675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87BB37DC-57DC-6130-9090-B7F63BD57AF6}"/>
              </a:ext>
            </a:extLst>
          </p:cNvPr>
          <p:cNvSpPr txBox="1"/>
          <p:nvPr/>
        </p:nvSpPr>
        <p:spPr>
          <a:xfrm>
            <a:off x="2807510" y="2558395"/>
            <a:ext cx="112530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SubQuery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3E41D266-2C1D-2355-1630-CF81EA295F0F}"/>
              </a:ext>
            </a:extLst>
          </p:cNvPr>
          <p:cNvSpPr txBox="1"/>
          <p:nvPr/>
        </p:nvSpPr>
        <p:spPr>
          <a:xfrm>
            <a:off x="2861058" y="3314193"/>
            <a:ext cx="101470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EC20284-A55E-97CB-E177-F3D7AEF9BF21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 flipH="1">
            <a:off x="3368408" y="2866172"/>
            <a:ext cx="1756" cy="448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3">
            <a:extLst>
              <a:ext uri="{FF2B5EF4-FFF2-40B4-BE49-F238E27FC236}">
                <a16:creationId xmlns:a16="http://schemas.microsoft.com/office/drawing/2014/main" id="{2EF30BF7-2E6A-80BC-ED73-CBB1B429FE6A}"/>
              </a:ext>
            </a:extLst>
          </p:cNvPr>
          <p:cNvSpPr txBox="1"/>
          <p:nvPr/>
        </p:nvSpPr>
        <p:spPr>
          <a:xfrm>
            <a:off x="516876" y="2858075"/>
            <a:ext cx="9281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1E94137-B40A-69AF-F160-ADB176DF432E}"/>
              </a:ext>
            </a:extLst>
          </p:cNvPr>
          <p:cNvCxnSpPr>
            <a:stCxn id="11" idx="2"/>
            <a:endCxn id="29" idx="0"/>
          </p:cNvCxnSpPr>
          <p:nvPr/>
        </p:nvCxnSpPr>
        <p:spPr>
          <a:xfrm flipH="1">
            <a:off x="980945" y="2601446"/>
            <a:ext cx="220524" cy="25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">
            <a:extLst>
              <a:ext uri="{FF2B5EF4-FFF2-40B4-BE49-F238E27FC236}">
                <a16:creationId xmlns:a16="http://schemas.microsoft.com/office/drawing/2014/main" id="{2CC959DA-67C2-CE61-BB8B-0DFE7999995B}"/>
              </a:ext>
            </a:extLst>
          </p:cNvPr>
          <p:cNvSpPr txBox="1"/>
          <p:nvPr/>
        </p:nvSpPr>
        <p:spPr>
          <a:xfrm>
            <a:off x="376415" y="3395225"/>
            <a:ext cx="85940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 *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8B1EBF6-496C-E7DF-6CFC-98D8D4A86DA3}"/>
              </a:ext>
            </a:extLst>
          </p:cNvPr>
          <p:cNvCxnSpPr>
            <a:stCxn id="29" idx="2"/>
            <a:endCxn id="33" idx="0"/>
          </p:cNvCxnSpPr>
          <p:nvPr/>
        </p:nvCxnSpPr>
        <p:spPr>
          <a:xfrm flipH="1">
            <a:off x="806117" y="3165852"/>
            <a:ext cx="174829" cy="229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3">
            <a:extLst>
              <a:ext uri="{FF2B5EF4-FFF2-40B4-BE49-F238E27FC236}">
                <a16:creationId xmlns:a16="http://schemas.microsoft.com/office/drawing/2014/main" id="{F49D18AC-1071-4183-B453-8D5BFDD69A06}"/>
              </a:ext>
            </a:extLst>
          </p:cNvPr>
          <p:cNvSpPr txBox="1"/>
          <p:nvPr/>
        </p:nvSpPr>
        <p:spPr>
          <a:xfrm>
            <a:off x="4488816" y="3134644"/>
            <a:ext cx="117019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6469B3B4-D01C-D8DE-ECA6-E9394DC716A3}"/>
              </a:ext>
            </a:extLst>
          </p:cNvPr>
          <p:cNvSpPr txBox="1"/>
          <p:nvPr/>
        </p:nvSpPr>
        <p:spPr>
          <a:xfrm>
            <a:off x="5943549" y="3109405"/>
            <a:ext cx="75341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Literal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4B2EE378-127E-59B6-6AAE-93B75A62DA5B}"/>
              </a:ext>
            </a:extLst>
          </p:cNvPr>
          <p:cNvSpPr txBox="1"/>
          <p:nvPr/>
        </p:nvSpPr>
        <p:spPr>
          <a:xfrm>
            <a:off x="6096888" y="3661401"/>
            <a:ext cx="44672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5B685398-61FD-99FA-8B8B-78DD6751934D}"/>
              </a:ext>
            </a:extLst>
          </p:cNvPr>
          <p:cNvSpPr txBox="1"/>
          <p:nvPr/>
        </p:nvSpPr>
        <p:spPr>
          <a:xfrm>
            <a:off x="4997122" y="3661401"/>
            <a:ext cx="15358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D43335C-6607-668A-FB11-1DC2352F0E9E}"/>
              </a:ext>
            </a:extLst>
          </p:cNvPr>
          <p:cNvCxnSpPr>
            <a:stCxn id="9" idx="2"/>
            <a:endCxn id="42" idx="0"/>
          </p:cNvCxnSpPr>
          <p:nvPr/>
        </p:nvCxnSpPr>
        <p:spPr>
          <a:xfrm flipH="1">
            <a:off x="5073913" y="2915663"/>
            <a:ext cx="247297" cy="21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56092B6-2891-3CA4-0A5B-65A048A65416}"/>
              </a:ext>
            </a:extLst>
          </p:cNvPr>
          <p:cNvCxnSpPr>
            <a:stCxn id="9" idx="2"/>
            <a:endCxn id="43" idx="0"/>
          </p:cNvCxnSpPr>
          <p:nvPr/>
        </p:nvCxnSpPr>
        <p:spPr>
          <a:xfrm>
            <a:off x="5321210" y="2915662"/>
            <a:ext cx="999045" cy="193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A0D3E4C-2BB1-85E6-A760-B3A5D9C6BD82}"/>
              </a:ext>
            </a:extLst>
          </p:cNvPr>
          <p:cNvCxnSpPr>
            <a:stCxn id="42" idx="2"/>
            <a:endCxn id="45" idx="0"/>
          </p:cNvCxnSpPr>
          <p:nvPr/>
        </p:nvCxnSpPr>
        <p:spPr>
          <a:xfrm>
            <a:off x="5073912" y="3442420"/>
            <a:ext cx="0" cy="218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E265320-861D-1CF4-226E-EBE0AFB27C3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 flipH="1">
            <a:off x="6320250" y="3417182"/>
            <a:ext cx="5" cy="244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3">
            <a:extLst>
              <a:ext uri="{FF2B5EF4-FFF2-40B4-BE49-F238E27FC236}">
                <a16:creationId xmlns:a16="http://schemas.microsoft.com/office/drawing/2014/main" id="{A36B9DB7-F658-18D3-3C0E-2B57E89CF6A6}"/>
              </a:ext>
            </a:extLst>
          </p:cNvPr>
          <p:cNvSpPr txBox="1"/>
          <p:nvPr/>
        </p:nvSpPr>
        <p:spPr>
          <a:xfrm>
            <a:off x="1831780" y="3989680"/>
            <a:ext cx="120565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FBD7044E-F655-90AA-CFBA-7D3F35D9A2CE}"/>
              </a:ext>
            </a:extLst>
          </p:cNvPr>
          <p:cNvSpPr txBox="1"/>
          <p:nvPr/>
        </p:nvSpPr>
        <p:spPr>
          <a:xfrm>
            <a:off x="2154882" y="4579087"/>
            <a:ext cx="5546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Alias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3">
            <a:extLst>
              <a:ext uri="{FF2B5EF4-FFF2-40B4-BE49-F238E27FC236}">
                <a16:creationId xmlns:a16="http://schemas.microsoft.com/office/drawing/2014/main" id="{A00B8B60-94DF-11D1-B9E2-BF8C7DC655AF}"/>
              </a:ext>
            </a:extLst>
          </p:cNvPr>
          <p:cNvSpPr txBox="1"/>
          <p:nvPr/>
        </p:nvSpPr>
        <p:spPr>
          <a:xfrm>
            <a:off x="1734798" y="5175870"/>
            <a:ext cx="49853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3">
            <a:extLst>
              <a:ext uri="{FF2B5EF4-FFF2-40B4-BE49-F238E27FC236}">
                <a16:creationId xmlns:a16="http://schemas.microsoft.com/office/drawing/2014/main" id="{18DFA8A2-ECB3-2AB9-DDE5-F82D84B5B5CA}"/>
              </a:ext>
            </a:extLst>
          </p:cNvPr>
          <p:cNvSpPr txBox="1"/>
          <p:nvPr/>
        </p:nvSpPr>
        <p:spPr>
          <a:xfrm>
            <a:off x="1542442" y="5750794"/>
            <a:ext cx="88325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3">
            <a:extLst>
              <a:ext uri="{FF2B5EF4-FFF2-40B4-BE49-F238E27FC236}">
                <a16:creationId xmlns:a16="http://schemas.microsoft.com/office/drawing/2014/main" id="{0F01729D-01A3-63EF-DE3C-B08A378DDABC}"/>
              </a:ext>
            </a:extLst>
          </p:cNvPr>
          <p:cNvSpPr txBox="1"/>
          <p:nvPr/>
        </p:nvSpPr>
        <p:spPr>
          <a:xfrm>
            <a:off x="1822350" y="6325718"/>
            <a:ext cx="3234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0C9E4BAA-3115-8CCA-2151-C3EAE3A13F39}"/>
              </a:ext>
            </a:extLst>
          </p:cNvPr>
          <p:cNvCxnSpPr>
            <a:stCxn id="25" idx="2"/>
            <a:endCxn id="58" idx="0"/>
          </p:cNvCxnSpPr>
          <p:nvPr/>
        </p:nvCxnSpPr>
        <p:spPr>
          <a:xfrm flipH="1">
            <a:off x="2434606" y="3621969"/>
            <a:ext cx="933803" cy="367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BE862D0-2F60-416E-8D5F-6CA3960B5C7C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 flipH="1">
            <a:off x="2432201" y="4297456"/>
            <a:ext cx="2404" cy="281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5645CB1-6B65-916D-171D-7020EAA5C985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 flipH="1">
            <a:off x="1984065" y="4886863"/>
            <a:ext cx="448136" cy="289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154776D0-57C1-A9E3-3AA2-E3ECD62D792A}"/>
              </a:ext>
            </a:extLst>
          </p:cNvPr>
          <p:cNvCxnSpPr>
            <a:cxnSpLocks/>
            <a:stCxn id="60" idx="2"/>
            <a:endCxn id="61" idx="0"/>
          </p:cNvCxnSpPr>
          <p:nvPr/>
        </p:nvCxnSpPr>
        <p:spPr>
          <a:xfrm>
            <a:off x="1984065" y="5483647"/>
            <a:ext cx="4" cy="267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9C598131-EEF2-9488-DD9E-F43F2C63FD43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 flipH="1">
            <a:off x="1984069" y="6058571"/>
            <a:ext cx="1" cy="267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3">
            <a:extLst>
              <a:ext uri="{FF2B5EF4-FFF2-40B4-BE49-F238E27FC236}">
                <a16:creationId xmlns:a16="http://schemas.microsoft.com/office/drawing/2014/main" id="{52933A7D-200C-C891-F595-94AB5D867B11}"/>
              </a:ext>
            </a:extLst>
          </p:cNvPr>
          <p:cNvSpPr txBox="1"/>
          <p:nvPr/>
        </p:nvSpPr>
        <p:spPr>
          <a:xfrm>
            <a:off x="3765024" y="4004294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3">
            <a:extLst>
              <a:ext uri="{FF2B5EF4-FFF2-40B4-BE49-F238E27FC236}">
                <a16:creationId xmlns:a16="http://schemas.microsoft.com/office/drawing/2014/main" id="{F33C13C0-7974-DA14-E965-301DF9B7FA95}"/>
              </a:ext>
            </a:extLst>
          </p:cNvPr>
          <p:cNvSpPr txBox="1"/>
          <p:nvPr/>
        </p:nvSpPr>
        <p:spPr>
          <a:xfrm>
            <a:off x="3730459" y="4567506"/>
            <a:ext cx="8529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3">
            <a:extLst>
              <a:ext uri="{FF2B5EF4-FFF2-40B4-BE49-F238E27FC236}">
                <a16:creationId xmlns:a16="http://schemas.microsoft.com/office/drawing/2014/main" id="{D3C381DB-85F9-3955-3197-483D56DD1DE4}"/>
              </a:ext>
            </a:extLst>
          </p:cNvPr>
          <p:cNvSpPr txBox="1"/>
          <p:nvPr/>
        </p:nvSpPr>
        <p:spPr>
          <a:xfrm>
            <a:off x="4047687" y="5130717"/>
            <a:ext cx="21854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1430D9F2-EC78-A627-203F-D800C01CC5CC}"/>
              </a:ext>
            </a:extLst>
          </p:cNvPr>
          <p:cNvCxnSpPr>
            <a:stCxn id="25" idx="2"/>
            <a:endCxn id="95" idx="0"/>
          </p:cNvCxnSpPr>
          <p:nvPr/>
        </p:nvCxnSpPr>
        <p:spPr>
          <a:xfrm>
            <a:off x="3368408" y="3621969"/>
            <a:ext cx="788550" cy="382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56CFB7A3-ABB3-62FE-A8D9-F19FEF73BD2A}"/>
              </a:ext>
            </a:extLst>
          </p:cNvPr>
          <p:cNvCxnSpPr>
            <a:stCxn id="95" idx="2"/>
            <a:endCxn id="103" idx="0"/>
          </p:cNvCxnSpPr>
          <p:nvPr/>
        </p:nvCxnSpPr>
        <p:spPr>
          <a:xfrm flipH="1">
            <a:off x="4156954" y="4312071"/>
            <a:ext cx="4" cy="255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F80E75CF-1101-5943-590A-F041BB5A29E9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4156954" y="4875282"/>
            <a:ext cx="4" cy="255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8955A8A8-06A2-5224-72F2-B84321AC5C9B}"/>
              </a:ext>
            </a:extLst>
          </p:cNvPr>
          <p:cNvSpPr txBox="1"/>
          <p:nvPr/>
        </p:nvSpPr>
        <p:spPr>
          <a:xfrm>
            <a:off x="494110" y="259735"/>
            <a:ext cx="994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q1: </a:t>
            </a:r>
            <a:r>
              <a:rPr lang="en-US" altLang="zh-CN" sz="2400" b="1"/>
              <a:t>SELECT</a:t>
            </a:r>
            <a:r>
              <a:rPr lang="en-US" altLang="zh-CN" sz="2400"/>
              <a:t> COUNT(*) </a:t>
            </a:r>
            <a:r>
              <a:rPr lang="en-US" altLang="zh-CN" sz="2400" b="1"/>
              <a:t>FROM</a:t>
            </a:r>
            <a:r>
              <a:rPr lang="en-US" altLang="zh-CN" sz="2400"/>
              <a:t> (</a:t>
            </a:r>
            <a:r>
              <a:rPr lang="en-US" altLang="zh-CN" sz="2400" b="1"/>
              <a:t>SELECT</a:t>
            </a:r>
            <a:r>
              <a:rPr lang="en-US" altLang="zh-CN" sz="2400"/>
              <a:t> </a:t>
            </a:r>
            <a:r>
              <a:rPr lang="en-US" altLang="zh-CN" sz="2400" b="1"/>
              <a:t>MAX</a:t>
            </a:r>
            <a:r>
              <a:rPr lang="en-US" altLang="zh-CN" sz="2400"/>
              <a:t>(c1) </a:t>
            </a:r>
            <a:r>
              <a:rPr lang="en-US" altLang="zh-CN" sz="2400" b="1"/>
              <a:t>AS</a:t>
            </a:r>
            <a:r>
              <a:rPr lang="en-US" altLang="zh-CN" sz="2400"/>
              <a:t> x </a:t>
            </a:r>
            <a:r>
              <a:rPr lang="en-US" altLang="zh-CN" sz="2400" b="1"/>
              <a:t>FROM</a:t>
            </a:r>
            <a:r>
              <a:rPr lang="en-US" altLang="zh-CN" sz="2400"/>
              <a:t> t1) </a:t>
            </a:r>
            <a:r>
              <a:rPr lang="en-US" altLang="zh-CN" sz="2400" b="1"/>
              <a:t>WHERE</a:t>
            </a:r>
            <a:r>
              <a:rPr lang="en-US" altLang="zh-CN" sz="2400"/>
              <a:t> x &gt; 100;</a:t>
            </a:r>
            <a:endParaRPr lang="zh-CN" altLang="en-US" sz="240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D7F2280-2AF9-E3DB-3E98-DECB3CEA9442}"/>
              </a:ext>
            </a:extLst>
          </p:cNvPr>
          <p:cNvSpPr txBox="1"/>
          <p:nvPr/>
        </p:nvSpPr>
        <p:spPr>
          <a:xfrm>
            <a:off x="494107" y="730193"/>
            <a:ext cx="994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q2:  </a:t>
            </a:r>
            <a:r>
              <a:rPr lang="en-US" altLang="zh-CN" sz="2400" b="1"/>
              <a:t>SELECT</a:t>
            </a:r>
            <a:r>
              <a:rPr lang="en-US" altLang="zh-CN" sz="2400"/>
              <a:t> COUNT(*) </a:t>
            </a:r>
            <a:r>
              <a:rPr lang="en-US" altLang="zh-CN" sz="2400" b="1"/>
              <a:t>FROM</a:t>
            </a:r>
            <a:r>
              <a:rPr lang="en-US" altLang="zh-CN" sz="2400"/>
              <a:t> (</a:t>
            </a:r>
            <a:r>
              <a:rPr lang="en-US" altLang="zh-CN" sz="2400" b="1"/>
              <a:t>SELECT</a:t>
            </a:r>
            <a:r>
              <a:rPr lang="en-US" altLang="zh-CN" sz="2400"/>
              <a:t> </a:t>
            </a:r>
            <a:r>
              <a:rPr lang="en-US" altLang="zh-CN" sz="2400" b="1"/>
              <a:t>MIN</a:t>
            </a:r>
            <a:r>
              <a:rPr lang="en-US" altLang="zh-CN" sz="2400"/>
              <a:t>(c1) </a:t>
            </a:r>
            <a:r>
              <a:rPr lang="en-US" altLang="zh-CN" sz="2400" b="1"/>
              <a:t>AS</a:t>
            </a:r>
            <a:r>
              <a:rPr lang="en-US" altLang="zh-CN" sz="2400"/>
              <a:t> x </a:t>
            </a:r>
            <a:r>
              <a:rPr lang="en-US" altLang="zh-CN" sz="2400" b="1"/>
              <a:t>FROM</a:t>
            </a:r>
            <a:r>
              <a:rPr lang="en-US" altLang="zh-CN" sz="2400"/>
              <a:t> t1) </a:t>
            </a:r>
            <a:r>
              <a:rPr lang="en-US" altLang="zh-CN" sz="2400" b="1"/>
              <a:t>WHERE</a:t>
            </a:r>
            <a:r>
              <a:rPr lang="en-US" altLang="zh-CN" sz="2400"/>
              <a:t> x &gt; 100;</a:t>
            </a:r>
            <a:endParaRPr lang="zh-CN" altLang="en-US" sz="2400"/>
          </a:p>
        </p:txBody>
      </p:sp>
      <p:graphicFrame>
        <p:nvGraphicFramePr>
          <p:cNvPr id="129" name="表格 128">
            <a:extLst>
              <a:ext uri="{FF2B5EF4-FFF2-40B4-BE49-F238E27FC236}">
                <a16:creationId xmlns:a16="http://schemas.microsoft.com/office/drawing/2014/main" id="{A43BDB73-142B-359D-6F6D-9CCA6D61A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429405"/>
              </p:ext>
            </p:extLst>
          </p:nvPr>
        </p:nvGraphicFramePr>
        <p:xfrm>
          <a:off x="6096893" y="4404952"/>
          <a:ext cx="2178509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45455">
                  <a:extLst>
                    <a:ext uri="{9D8B030D-6E8A-4147-A177-3AD203B41FA5}">
                      <a16:colId xmlns:a16="http://schemas.microsoft.com/office/drawing/2014/main" val="4157015715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1307483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SubQuery</a:t>
                      </a:r>
                      <a:endParaRPr lang="zh-CN" altLang="en-US" sz="16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25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altLang="zh-CN" sz="1600"/>
                        <a:t>α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v→v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1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/>
                        <a:t>sign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+1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01766"/>
                  </a:ext>
                </a:extLst>
              </a:tr>
            </a:tbl>
          </a:graphicData>
        </a:graphic>
      </p:graphicFrame>
      <p:cxnSp>
        <p:nvCxnSpPr>
          <p:cNvPr id="131" name="连接符: 曲线 130">
            <a:extLst>
              <a:ext uri="{FF2B5EF4-FFF2-40B4-BE49-F238E27FC236}">
                <a16:creationId xmlns:a16="http://schemas.microsoft.com/office/drawing/2014/main" id="{89C03912-931A-E708-F47A-16E1EB57A29C}"/>
              </a:ext>
            </a:extLst>
          </p:cNvPr>
          <p:cNvCxnSpPr>
            <a:cxnSpLocks/>
            <a:stCxn id="119" idx="6"/>
          </p:cNvCxnSpPr>
          <p:nvPr/>
        </p:nvCxnSpPr>
        <p:spPr>
          <a:xfrm>
            <a:off x="2373706" y="5354534"/>
            <a:ext cx="1568541" cy="1016063"/>
          </a:xfrm>
          <a:prstGeom prst="curvedConnector3">
            <a:avLst>
              <a:gd name="adj1" fmla="val 23061"/>
            </a:avLst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4" name="表格 133">
            <a:extLst>
              <a:ext uri="{FF2B5EF4-FFF2-40B4-BE49-F238E27FC236}">
                <a16:creationId xmlns:a16="http://schemas.microsoft.com/office/drawing/2014/main" id="{3C8A9E5D-80BB-82D9-F356-766717A76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226273"/>
              </p:ext>
            </p:extLst>
          </p:nvPr>
        </p:nvGraphicFramePr>
        <p:xfrm>
          <a:off x="4034878" y="5867317"/>
          <a:ext cx="2178509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45455">
                  <a:extLst>
                    <a:ext uri="{9D8B030D-6E8A-4147-A177-3AD203B41FA5}">
                      <a16:colId xmlns:a16="http://schemas.microsoft.com/office/drawing/2014/main" val="4157015715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1307483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MAX-&gt;MIN</a:t>
                      </a:r>
                      <a:endParaRPr lang="zh-CN" altLang="en-US" sz="16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25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altLang="zh-CN" sz="1600"/>
                        <a:t>α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v→v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1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/>
                        <a:t>sign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-1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01766"/>
                  </a:ext>
                </a:extLst>
              </a:tr>
            </a:tbl>
          </a:graphicData>
        </a:graphic>
      </p:graphicFrame>
      <p:sp>
        <p:nvSpPr>
          <p:cNvPr id="136" name="TextBox 3">
            <a:extLst>
              <a:ext uri="{FF2B5EF4-FFF2-40B4-BE49-F238E27FC236}">
                <a16:creationId xmlns:a16="http://schemas.microsoft.com/office/drawing/2014/main" id="{6124A6FB-C3BF-237A-822D-07BFDBD50A5A}"/>
              </a:ext>
            </a:extLst>
          </p:cNvPr>
          <p:cNvSpPr txBox="1"/>
          <p:nvPr/>
        </p:nvSpPr>
        <p:spPr>
          <a:xfrm>
            <a:off x="2875711" y="5156059"/>
            <a:ext cx="3234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4" name="表格 143">
            <a:extLst>
              <a:ext uri="{FF2B5EF4-FFF2-40B4-BE49-F238E27FC236}">
                <a16:creationId xmlns:a16="http://schemas.microsoft.com/office/drawing/2014/main" id="{42BF6B50-8258-2B2A-03F4-6072B2026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585959"/>
              </p:ext>
            </p:extLst>
          </p:nvPr>
        </p:nvGraphicFramePr>
        <p:xfrm>
          <a:off x="8008678" y="2863458"/>
          <a:ext cx="2178509" cy="107926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45455">
                  <a:extLst>
                    <a:ext uri="{9D8B030D-6E8A-4147-A177-3AD203B41FA5}">
                      <a16:colId xmlns:a16="http://schemas.microsoft.com/office/drawing/2014/main" val="4157015715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1307483882"/>
                    </a:ext>
                  </a:extLst>
                </a:gridCol>
              </a:tblGrid>
              <a:tr h="33758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WHERE x&gt;100</a:t>
                      </a:r>
                      <a:endParaRPr lang="zh-CN" altLang="en-US" sz="16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25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altLang="zh-CN" sz="1600"/>
                        <a:t>α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v→s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1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/>
                        <a:t>sign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-1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01766"/>
                  </a:ext>
                </a:extLst>
              </a:tr>
            </a:tbl>
          </a:graphicData>
        </a:graphic>
      </p:graphicFrame>
      <p:graphicFrame>
        <p:nvGraphicFramePr>
          <p:cNvPr id="145" name="表格 144">
            <a:extLst>
              <a:ext uri="{FF2B5EF4-FFF2-40B4-BE49-F238E27FC236}">
                <a16:creationId xmlns:a16="http://schemas.microsoft.com/office/drawing/2014/main" id="{784918C2-0E07-780B-5287-10BFC399D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79400"/>
              </p:ext>
            </p:extLst>
          </p:nvPr>
        </p:nvGraphicFramePr>
        <p:xfrm>
          <a:off x="6213387" y="1420863"/>
          <a:ext cx="2178509" cy="108346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45455">
                  <a:extLst>
                    <a:ext uri="{9D8B030D-6E8A-4147-A177-3AD203B41FA5}">
                      <a16:colId xmlns:a16="http://schemas.microsoft.com/office/drawing/2014/main" val="4157015715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1307483882"/>
                    </a:ext>
                  </a:extLst>
                </a:gridCol>
              </a:tblGrid>
              <a:tr h="341786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COUNT(*)</a:t>
                      </a:r>
                      <a:endParaRPr lang="zh-CN" altLang="en-US" sz="16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25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altLang="zh-CN" sz="1600"/>
                        <a:t>α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s→v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1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/>
                        <a:t>sign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+1</a:t>
                      </a: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01766"/>
                  </a:ext>
                </a:extLst>
              </a:tr>
            </a:tbl>
          </a:graphicData>
        </a:graphic>
      </p:graphicFrame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D03C66A4-0182-7C11-AFD7-7F2FCA34BF09}"/>
              </a:ext>
            </a:extLst>
          </p:cNvPr>
          <p:cNvCxnSpPr>
            <a:stCxn id="59" idx="2"/>
            <a:endCxn id="136" idx="0"/>
          </p:cNvCxnSpPr>
          <p:nvPr/>
        </p:nvCxnSpPr>
        <p:spPr>
          <a:xfrm>
            <a:off x="2432201" y="4886864"/>
            <a:ext cx="605228" cy="269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曲线 150">
            <a:extLst>
              <a:ext uri="{FF2B5EF4-FFF2-40B4-BE49-F238E27FC236}">
                <a16:creationId xmlns:a16="http://schemas.microsoft.com/office/drawing/2014/main" id="{C99BDA7D-074C-4DED-BAC9-9534795A6E60}"/>
              </a:ext>
            </a:extLst>
          </p:cNvPr>
          <p:cNvCxnSpPr>
            <a:stCxn id="14" idx="3"/>
            <a:endCxn id="129" idx="1"/>
          </p:cNvCxnSpPr>
          <p:nvPr/>
        </p:nvCxnSpPr>
        <p:spPr>
          <a:xfrm>
            <a:off x="3932818" y="2712284"/>
            <a:ext cx="2164074" cy="2248929"/>
          </a:xfrm>
          <a:prstGeom prst="curvedConnector3">
            <a:avLst>
              <a:gd name="adj1" fmla="val 35133"/>
            </a:avLst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曲线 153">
            <a:extLst>
              <a:ext uri="{FF2B5EF4-FFF2-40B4-BE49-F238E27FC236}">
                <a16:creationId xmlns:a16="http://schemas.microsoft.com/office/drawing/2014/main" id="{BDA41AD5-4623-A8A5-7DD9-73B85219164C}"/>
              </a:ext>
            </a:extLst>
          </p:cNvPr>
          <p:cNvCxnSpPr>
            <a:cxnSpLocks/>
          </p:cNvCxnSpPr>
          <p:nvPr/>
        </p:nvCxnSpPr>
        <p:spPr>
          <a:xfrm flipV="1">
            <a:off x="5248521" y="3485979"/>
            <a:ext cx="2698003" cy="366977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9">
            <a:extLst>
              <a:ext uri="{FF2B5EF4-FFF2-40B4-BE49-F238E27FC236}">
                <a16:creationId xmlns:a16="http://schemas.microsoft.com/office/drawing/2014/main" id="{4FA47A9C-C012-1C02-5347-4F8BC53072EF}"/>
              </a:ext>
            </a:extLst>
          </p:cNvPr>
          <p:cNvSpPr txBox="1"/>
          <p:nvPr/>
        </p:nvSpPr>
        <p:spPr>
          <a:xfrm>
            <a:off x="2180327" y="2181582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6E36F06A-53B8-182F-21D2-93FE85F7EE31}"/>
              </a:ext>
            </a:extLst>
          </p:cNvPr>
          <p:cNvCxnSpPr>
            <a:stCxn id="4" idx="2"/>
            <a:endCxn id="187" idx="0"/>
          </p:cNvCxnSpPr>
          <p:nvPr/>
        </p:nvCxnSpPr>
        <p:spPr>
          <a:xfrm flipH="1">
            <a:off x="2572261" y="1832689"/>
            <a:ext cx="800308" cy="348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连接符: 曲线 194">
            <a:extLst>
              <a:ext uri="{FF2B5EF4-FFF2-40B4-BE49-F238E27FC236}">
                <a16:creationId xmlns:a16="http://schemas.microsoft.com/office/drawing/2014/main" id="{90235CA6-73BC-354D-D24F-2803125FAAE8}"/>
              </a:ext>
            </a:extLst>
          </p:cNvPr>
          <p:cNvCxnSpPr>
            <a:stCxn id="29" idx="3"/>
            <a:endCxn id="145" idx="1"/>
          </p:cNvCxnSpPr>
          <p:nvPr/>
        </p:nvCxnSpPr>
        <p:spPr>
          <a:xfrm flipV="1">
            <a:off x="1445014" y="1962597"/>
            <a:ext cx="4768372" cy="1049367"/>
          </a:xfrm>
          <a:prstGeom prst="curvedConnector3">
            <a:avLst>
              <a:gd name="adj1" fmla="val 24254"/>
            </a:avLst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箭头: 右 198">
            <a:extLst>
              <a:ext uri="{FF2B5EF4-FFF2-40B4-BE49-F238E27FC236}">
                <a16:creationId xmlns:a16="http://schemas.microsoft.com/office/drawing/2014/main" id="{4ADE2A1A-79BC-59A6-94BD-7D64A9C82365}"/>
              </a:ext>
            </a:extLst>
          </p:cNvPr>
          <p:cNvSpPr/>
          <p:nvPr/>
        </p:nvSpPr>
        <p:spPr>
          <a:xfrm rot="19641991">
            <a:off x="6306132" y="6024687"/>
            <a:ext cx="1251766" cy="2034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箭头: 右 199">
            <a:extLst>
              <a:ext uri="{FF2B5EF4-FFF2-40B4-BE49-F238E27FC236}">
                <a16:creationId xmlns:a16="http://schemas.microsoft.com/office/drawing/2014/main" id="{FFA1623A-2BAE-1915-FF97-16857E9665BB}"/>
              </a:ext>
            </a:extLst>
          </p:cNvPr>
          <p:cNvSpPr/>
          <p:nvPr/>
        </p:nvSpPr>
        <p:spPr>
          <a:xfrm rot="18680470">
            <a:off x="8252227" y="4441283"/>
            <a:ext cx="1251766" cy="193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箭头: 右 200">
            <a:extLst>
              <a:ext uri="{FF2B5EF4-FFF2-40B4-BE49-F238E27FC236}">
                <a16:creationId xmlns:a16="http://schemas.microsoft.com/office/drawing/2014/main" id="{51231E7D-C767-9AF3-920D-BF911CFE31F8}"/>
              </a:ext>
            </a:extLst>
          </p:cNvPr>
          <p:cNvSpPr/>
          <p:nvPr/>
        </p:nvSpPr>
        <p:spPr>
          <a:xfrm rot="13098633">
            <a:off x="8427546" y="2286291"/>
            <a:ext cx="1112350" cy="176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C4320010-D983-3530-7256-5C4E11CFBED1}"/>
              </a:ext>
            </a:extLst>
          </p:cNvPr>
          <p:cNvSpPr txBox="1"/>
          <p:nvPr/>
        </p:nvSpPr>
        <p:spPr>
          <a:xfrm>
            <a:off x="2721893" y="5569596"/>
            <a:ext cx="151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Mutation Site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700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138</TotalTime>
  <Words>108</Words>
  <Application>Microsoft Office PowerPoint</Application>
  <PresentationFormat>自定义</PresentationFormat>
  <Paragraphs>45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 lin</cp:lastModifiedBy>
  <cp:revision>16</cp:revision>
  <dcterms:created xsi:type="dcterms:W3CDTF">2023-08-09T12:44:00Z</dcterms:created>
  <dcterms:modified xsi:type="dcterms:W3CDTF">2025-11-04T09:27:33Z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