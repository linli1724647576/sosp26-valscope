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sldIdLst>
    <p:sldId id="256" r:id="rId2"/>
  </p:sldIdLst>
  <p:sldSz cx="17953038" cy="297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 userDrawn="1">
          <p15:clr>
            <a:srgbClr val="A4A3A4"/>
          </p15:clr>
        </p15:guide>
        <p15:guide id="2" pos="56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0" y="1780"/>
      </p:cViewPr>
      <p:guideLst>
        <p:guide orient="horz" pos="936"/>
        <p:guide pos="56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4130" y="486098"/>
            <a:ext cx="13464779" cy="1034074"/>
          </a:xfrm>
        </p:spPr>
        <p:txBody>
          <a:bodyPr anchor="b"/>
          <a:lstStyle>
            <a:lvl1pPr algn="ctr">
              <a:defRPr sz="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4130" y="1560049"/>
            <a:ext cx="13464779" cy="717114"/>
          </a:xfrm>
        </p:spPr>
        <p:txBody>
          <a:bodyPr/>
          <a:lstStyle>
            <a:lvl1pPr marL="0" indent="0" algn="ctr">
              <a:buNone/>
              <a:defRPr sz="1039"/>
            </a:lvl1pPr>
            <a:lvl2pPr marL="198013" indent="0" algn="ctr">
              <a:buNone/>
              <a:defRPr sz="866"/>
            </a:lvl2pPr>
            <a:lvl3pPr marL="396027" indent="0" algn="ctr">
              <a:buNone/>
              <a:defRPr sz="780"/>
            </a:lvl3pPr>
            <a:lvl4pPr marL="594040" indent="0" algn="ctr">
              <a:buNone/>
              <a:defRPr sz="693"/>
            </a:lvl4pPr>
            <a:lvl5pPr marL="792053" indent="0" algn="ctr">
              <a:buNone/>
              <a:defRPr sz="693"/>
            </a:lvl5pPr>
            <a:lvl6pPr marL="990067" indent="0" algn="ctr">
              <a:buNone/>
              <a:defRPr sz="693"/>
            </a:lvl6pPr>
            <a:lvl7pPr marL="1188080" indent="0" algn="ctr">
              <a:buNone/>
              <a:defRPr sz="693"/>
            </a:lvl7pPr>
            <a:lvl8pPr marL="1386093" indent="0" algn="ctr">
              <a:buNone/>
              <a:defRPr sz="693"/>
            </a:lvl8pPr>
            <a:lvl9pPr marL="1584107" indent="0" algn="ctr">
              <a:buNone/>
              <a:defRPr sz="69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76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0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921" y="740491"/>
            <a:ext cx="15484495" cy="1235526"/>
          </a:xfrm>
        </p:spPr>
        <p:txBody>
          <a:bodyPr anchor="b"/>
          <a:lstStyle>
            <a:lvl1pPr>
              <a:defRPr sz="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4921" y="1987705"/>
            <a:ext cx="15484495" cy="649734"/>
          </a:xfrm>
        </p:spPr>
        <p:txBody>
          <a:bodyPr/>
          <a:lstStyle>
            <a:lvl1pPr marL="0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1pPr>
            <a:lvl2pPr marL="198013" indent="0">
              <a:buNone/>
              <a:defRPr sz="866">
                <a:solidFill>
                  <a:schemeClr val="tx1">
                    <a:tint val="75000"/>
                  </a:schemeClr>
                </a:solidFill>
              </a:defRPr>
            </a:lvl2pPr>
            <a:lvl3pPr marL="396027" indent="0">
              <a:buNone/>
              <a:defRPr sz="780">
                <a:solidFill>
                  <a:schemeClr val="tx1">
                    <a:tint val="75000"/>
                  </a:schemeClr>
                </a:solidFill>
              </a:defRPr>
            </a:lvl3pPr>
            <a:lvl4pPr marL="594040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4pPr>
            <a:lvl5pPr marL="792053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5pPr>
            <a:lvl6pPr marL="990067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6pPr>
            <a:lvl7pPr marL="1188080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7pPr>
            <a:lvl8pPr marL="1386093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8pPr>
            <a:lvl9pPr marL="1584107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68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4271" y="790682"/>
            <a:ext cx="7630041" cy="18845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88726" y="790682"/>
            <a:ext cx="7630041" cy="18845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130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610" y="158137"/>
            <a:ext cx="15484495" cy="57410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6610" y="728115"/>
            <a:ext cx="7594976" cy="356838"/>
          </a:xfrm>
        </p:spPr>
        <p:txBody>
          <a:bodyPr anchor="b"/>
          <a:lstStyle>
            <a:lvl1pPr marL="0" indent="0">
              <a:buNone/>
              <a:defRPr sz="1039" b="1"/>
            </a:lvl1pPr>
            <a:lvl2pPr marL="198013" indent="0">
              <a:buNone/>
              <a:defRPr sz="866" b="1"/>
            </a:lvl2pPr>
            <a:lvl3pPr marL="396027" indent="0">
              <a:buNone/>
              <a:defRPr sz="780" b="1"/>
            </a:lvl3pPr>
            <a:lvl4pPr marL="594040" indent="0">
              <a:buNone/>
              <a:defRPr sz="693" b="1"/>
            </a:lvl4pPr>
            <a:lvl5pPr marL="792053" indent="0">
              <a:buNone/>
              <a:defRPr sz="693" b="1"/>
            </a:lvl5pPr>
            <a:lvl6pPr marL="990067" indent="0">
              <a:buNone/>
              <a:defRPr sz="693" b="1"/>
            </a:lvl6pPr>
            <a:lvl7pPr marL="1188080" indent="0">
              <a:buNone/>
              <a:defRPr sz="693" b="1"/>
            </a:lvl7pPr>
            <a:lvl8pPr marL="1386093" indent="0">
              <a:buNone/>
              <a:defRPr sz="693" b="1"/>
            </a:lvl8pPr>
            <a:lvl9pPr marL="1584107" indent="0">
              <a:buNone/>
              <a:defRPr sz="69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610" y="1084953"/>
            <a:ext cx="7594976" cy="15958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88725" y="728115"/>
            <a:ext cx="7632380" cy="356838"/>
          </a:xfrm>
        </p:spPr>
        <p:txBody>
          <a:bodyPr anchor="b"/>
          <a:lstStyle>
            <a:lvl1pPr marL="0" indent="0">
              <a:buNone/>
              <a:defRPr sz="1039" b="1"/>
            </a:lvl1pPr>
            <a:lvl2pPr marL="198013" indent="0">
              <a:buNone/>
              <a:defRPr sz="866" b="1"/>
            </a:lvl2pPr>
            <a:lvl3pPr marL="396027" indent="0">
              <a:buNone/>
              <a:defRPr sz="780" b="1"/>
            </a:lvl3pPr>
            <a:lvl4pPr marL="594040" indent="0">
              <a:buNone/>
              <a:defRPr sz="693" b="1"/>
            </a:lvl4pPr>
            <a:lvl5pPr marL="792053" indent="0">
              <a:buNone/>
              <a:defRPr sz="693" b="1"/>
            </a:lvl5pPr>
            <a:lvl6pPr marL="990067" indent="0">
              <a:buNone/>
              <a:defRPr sz="693" b="1"/>
            </a:lvl6pPr>
            <a:lvl7pPr marL="1188080" indent="0">
              <a:buNone/>
              <a:defRPr sz="693" b="1"/>
            </a:lvl7pPr>
            <a:lvl8pPr marL="1386093" indent="0">
              <a:buNone/>
              <a:defRPr sz="693" b="1"/>
            </a:lvl8pPr>
            <a:lvl9pPr marL="1584107" indent="0">
              <a:buNone/>
              <a:defRPr sz="69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88725" y="1084953"/>
            <a:ext cx="7632380" cy="15958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85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11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12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610" y="198014"/>
            <a:ext cx="5790322" cy="693050"/>
          </a:xfrm>
        </p:spPr>
        <p:txBody>
          <a:bodyPr anchor="b"/>
          <a:lstStyle>
            <a:lvl1pPr>
              <a:defRPr sz="13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2380" y="427656"/>
            <a:ext cx="9088725" cy="2110776"/>
          </a:xfrm>
        </p:spPr>
        <p:txBody>
          <a:bodyPr/>
          <a:lstStyle>
            <a:lvl1pPr>
              <a:defRPr sz="1386"/>
            </a:lvl1pPr>
            <a:lvl2pPr>
              <a:defRPr sz="1213"/>
            </a:lvl2pPr>
            <a:lvl3pPr>
              <a:defRPr sz="1039"/>
            </a:lvl3pPr>
            <a:lvl4pPr>
              <a:defRPr sz="866"/>
            </a:lvl4pPr>
            <a:lvl5pPr>
              <a:defRPr sz="866"/>
            </a:lvl5pPr>
            <a:lvl6pPr>
              <a:defRPr sz="866"/>
            </a:lvl6pPr>
            <a:lvl7pPr>
              <a:defRPr sz="866"/>
            </a:lvl7pPr>
            <a:lvl8pPr>
              <a:defRPr sz="866"/>
            </a:lvl8pPr>
            <a:lvl9pPr>
              <a:defRPr sz="86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6610" y="891064"/>
            <a:ext cx="5790322" cy="1650806"/>
          </a:xfrm>
        </p:spPr>
        <p:txBody>
          <a:bodyPr/>
          <a:lstStyle>
            <a:lvl1pPr marL="0" indent="0">
              <a:buNone/>
              <a:defRPr sz="693"/>
            </a:lvl1pPr>
            <a:lvl2pPr marL="198013" indent="0">
              <a:buNone/>
              <a:defRPr sz="606"/>
            </a:lvl2pPr>
            <a:lvl3pPr marL="396027" indent="0">
              <a:buNone/>
              <a:defRPr sz="520"/>
            </a:lvl3pPr>
            <a:lvl4pPr marL="594040" indent="0">
              <a:buNone/>
              <a:defRPr sz="433"/>
            </a:lvl4pPr>
            <a:lvl5pPr marL="792053" indent="0">
              <a:buNone/>
              <a:defRPr sz="433"/>
            </a:lvl5pPr>
            <a:lvl6pPr marL="990067" indent="0">
              <a:buNone/>
              <a:defRPr sz="433"/>
            </a:lvl6pPr>
            <a:lvl7pPr marL="1188080" indent="0">
              <a:buNone/>
              <a:defRPr sz="433"/>
            </a:lvl7pPr>
            <a:lvl8pPr marL="1386093" indent="0">
              <a:buNone/>
              <a:defRPr sz="433"/>
            </a:lvl8pPr>
            <a:lvl9pPr marL="1584107" indent="0">
              <a:buNone/>
              <a:defRPr sz="4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61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610" y="198014"/>
            <a:ext cx="5790322" cy="693050"/>
          </a:xfrm>
        </p:spPr>
        <p:txBody>
          <a:bodyPr anchor="b"/>
          <a:lstStyle>
            <a:lvl1pPr>
              <a:defRPr sz="13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32380" y="427656"/>
            <a:ext cx="9088725" cy="2110776"/>
          </a:xfrm>
        </p:spPr>
        <p:txBody>
          <a:bodyPr anchor="t"/>
          <a:lstStyle>
            <a:lvl1pPr marL="0" indent="0">
              <a:buNone/>
              <a:defRPr sz="1386"/>
            </a:lvl1pPr>
            <a:lvl2pPr marL="198013" indent="0">
              <a:buNone/>
              <a:defRPr sz="1213"/>
            </a:lvl2pPr>
            <a:lvl3pPr marL="396027" indent="0">
              <a:buNone/>
              <a:defRPr sz="1039"/>
            </a:lvl3pPr>
            <a:lvl4pPr marL="594040" indent="0">
              <a:buNone/>
              <a:defRPr sz="866"/>
            </a:lvl4pPr>
            <a:lvl5pPr marL="792053" indent="0">
              <a:buNone/>
              <a:defRPr sz="866"/>
            </a:lvl5pPr>
            <a:lvl6pPr marL="990067" indent="0">
              <a:buNone/>
              <a:defRPr sz="866"/>
            </a:lvl6pPr>
            <a:lvl7pPr marL="1188080" indent="0">
              <a:buNone/>
              <a:defRPr sz="866"/>
            </a:lvl7pPr>
            <a:lvl8pPr marL="1386093" indent="0">
              <a:buNone/>
              <a:defRPr sz="866"/>
            </a:lvl8pPr>
            <a:lvl9pPr marL="1584107" indent="0">
              <a:buNone/>
              <a:defRPr sz="86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6610" y="891064"/>
            <a:ext cx="5790322" cy="1650806"/>
          </a:xfrm>
        </p:spPr>
        <p:txBody>
          <a:bodyPr/>
          <a:lstStyle>
            <a:lvl1pPr marL="0" indent="0">
              <a:buNone/>
              <a:defRPr sz="693"/>
            </a:lvl1pPr>
            <a:lvl2pPr marL="198013" indent="0">
              <a:buNone/>
              <a:defRPr sz="606"/>
            </a:lvl2pPr>
            <a:lvl3pPr marL="396027" indent="0">
              <a:buNone/>
              <a:defRPr sz="520"/>
            </a:lvl3pPr>
            <a:lvl4pPr marL="594040" indent="0">
              <a:buNone/>
              <a:defRPr sz="433"/>
            </a:lvl4pPr>
            <a:lvl5pPr marL="792053" indent="0">
              <a:buNone/>
              <a:defRPr sz="433"/>
            </a:lvl5pPr>
            <a:lvl6pPr marL="990067" indent="0">
              <a:buNone/>
              <a:defRPr sz="433"/>
            </a:lvl6pPr>
            <a:lvl7pPr marL="1188080" indent="0">
              <a:buNone/>
              <a:defRPr sz="433"/>
            </a:lvl7pPr>
            <a:lvl8pPr marL="1386093" indent="0">
              <a:buNone/>
              <a:defRPr sz="433"/>
            </a:lvl8pPr>
            <a:lvl9pPr marL="1584107" indent="0">
              <a:buNone/>
              <a:defRPr sz="4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626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536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47643" y="158136"/>
            <a:ext cx="3871124" cy="25171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4272" y="158136"/>
            <a:ext cx="11388958" cy="25171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45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4272" y="158137"/>
            <a:ext cx="15484495" cy="574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4272" y="790682"/>
            <a:ext cx="15484495" cy="1884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4271" y="2752948"/>
            <a:ext cx="4039434" cy="158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6944" y="2752948"/>
            <a:ext cx="6059150" cy="158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79333" y="2752948"/>
            <a:ext cx="4039434" cy="158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69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96027" rtl="0" eaLnBrk="1" latinLnBrk="0" hangingPunct="1">
        <a:lnSpc>
          <a:spcPct val="90000"/>
        </a:lnSpc>
        <a:spcBef>
          <a:spcPct val="0"/>
        </a:spcBef>
        <a:buNone/>
        <a:defRPr sz="19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9007" indent="-99007" algn="l" defTabSz="396027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213" kern="1200">
          <a:solidFill>
            <a:schemeClr val="tx1"/>
          </a:solidFill>
          <a:latin typeface="+mn-lt"/>
          <a:ea typeface="+mn-ea"/>
          <a:cs typeface="+mn-cs"/>
        </a:defRPr>
      </a:lvl1pPr>
      <a:lvl2pPr marL="297020" indent="-99007" algn="l" defTabSz="396027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495033" indent="-99007" algn="l" defTabSz="396027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866" kern="1200">
          <a:solidFill>
            <a:schemeClr val="tx1"/>
          </a:solidFill>
          <a:latin typeface="+mn-lt"/>
          <a:ea typeface="+mn-ea"/>
          <a:cs typeface="+mn-cs"/>
        </a:defRPr>
      </a:lvl3pPr>
      <a:lvl4pPr marL="693047" indent="-99007" algn="l" defTabSz="396027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4pPr>
      <a:lvl5pPr marL="891060" indent="-99007" algn="l" defTabSz="396027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5pPr>
      <a:lvl6pPr marL="1089073" indent="-99007" algn="l" defTabSz="396027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6pPr>
      <a:lvl7pPr marL="1287087" indent="-99007" algn="l" defTabSz="396027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7pPr>
      <a:lvl8pPr marL="1485100" indent="-99007" algn="l" defTabSz="396027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8pPr>
      <a:lvl9pPr marL="1683113" indent="-99007" algn="l" defTabSz="396027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6027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1pPr>
      <a:lvl2pPr marL="198013" algn="l" defTabSz="396027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2pPr>
      <a:lvl3pPr marL="396027" algn="l" defTabSz="396027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3pPr>
      <a:lvl4pPr marL="594040" algn="l" defTabSz="396027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4pPr>
      <a:lvl5pPr marL="792053" algn="l" defTabSz="396027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5pPr>
      <a:lvl6pPr marL="990067" algn="l" defTabSz="396027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6pPr>
      <a:lvl7pPr marL="1188080" algn="l" defTabSz="396027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7pPr>
      <a:lvl8pPr marL="1386093" algn="l" defTabSz="396027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8pPr>
      <a:lvl9pPr marL="1584107" algn="l" defTabSz="396027" rtl="0" eaLnBrk="1" latinLnBrk="0" hangingPunct="1">
        <a:defRPr sz="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6ECDD3-FCF9-FD9A-8033-7B1785F10199}"/>
              </a:ext>
            </a:extLst>
          </p:cNvPr>
          <p:cNvSpPr txBox="1"/>
          <p:nvPr/>
        </p:nvSpPr>
        <p:spPr>
          <a:xfrm>
            <a:off x="-204804" y="181931"/>
            <a:ext cx="3736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Populate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Randomly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13">
            <a:extLst>
              <a:ext uri="{FF2B5EF4-FFF2-40B4-BE49-F238E27FC236}">
                <a16:creationId xmlns:a16="http://schemas.microsoft.com/office/drawing/2014/main" id="{DC9F123F-60CA-7884-7610-5C59E9EA6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229115"/>
              </p:ext>
            </p:extLst>
          </p:nvPr>
        </p:nvGraphicFramePr>
        <p:xfrm>
          <a:off x="486121" y="1479112"/>
          <a:ext cx="1137547" cy="10972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Down Arrow 16">
            <a:extLst>
              <a:ext uri="{FF2B5EF4-FFF2-40B4-BE49-F238E27FC236}">
                <a16:creationId xmlns:a16="http://schemas.microsoft.com/office/drawing/2014/main" id="{64667996-A483-E9FF-285A-828E56F516F6}"/>
              </a:ext>
            </a:extLst>
          </p:cNvPr>
          <p:cNvSpPr/>
          <p:nvPr/>
        </p:nvSpPr>
        <p:spPr>
          <a:xfrm rot="16200000">
            <a:off x="1838536" y="1780103"/>
            <a:ext cx="341051" cy="46635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7" name="图形 128" descr="数据库">
            <a:extLst>
              <a:ext uri="{FF2B5EF4-FFF2-40B4-BE49-F238E27FC236}">
                <a16:creationId xmlns:a16="http://schemas.microsoft.com/office/drawing/2014/main" id="{1B7943BB-9A3D-5A90-0A2F-38A76A60F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7249" y="1612334"/>
            <a:ext cx="1068608" cy="948413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411928B6-BBDC-4553-6A8A-D4D5972AC5D4}"/>
              </a:ext>
            </a:extLst>
          </p:cNvPr>
          <p:cNvSpPr txBox="1"/>
          <p:nvPr/>
        </p:nvSpPr>
        <p:spPr>
          <a:xfrm>
            <a:off x="3531766" y="181347"/>
            <a:ext cx="2984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Query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9038F7-99F4-96F7-0EC4-47F3DD6C64CF}"/>
              </a:ext>
            </a:extLst>
          </p:cNvPr>
          <p:cNvSpPr txBox="1"/>
          <p:nvPr/>
        </p:nvSpPr>
        <p:spPr>
          <a:xfrm>
            <a:off x="3531766" y="1612333"/>
            <a:ext cx="3334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SQL1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(c1)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t1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c2&lt;100;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--r1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05D8CD60-B5AC-FAAA-CC70-C919432274BF}"/>
              </a:ext>
            </a:extLst>
          </p:cNvPr>
          <p:cNvSpPr txBox="1"/>
          <p:nvPr/>
        </p:nvSpPr>
        <p:spPr>
          <a:xfrm>
            <a:off x="6775084" y="181931"/>
            <a:ext cx="4059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Mutated Query Generation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aphic 1">
            <a:extLst>
              <a:ext uri="{FF2B5EF4-FFF2-40B4-BE49-F238E27FC236}">
                <a16:creationId xmlns:a16="http://schemas.microsoft.com/office/drawing/2014/main" id="{ACA37A4C-ED69-79EC-76A5-6D5480B1D0F6}"/>
              </a:ext>
            </a:extLst>
          </p:cNvPr>
          <p:cNvGrpSpPr/>
          <p:nvPr/>
        </p:nvGrpSpPr>
        <p:grpSpPr>
          <a:xfrm>
            <a:off x="7132567" y="1410549"/>
            <a:ext cx="1984335" cy="1417421"/>
            <a:chOff x="7868257" y="2759096"/>
            <a:chExt cx="1984335" cy="141742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2B3EB06-0269-3BCC-EFBE-5D4A09BD52EC}"/>
                </a:ext>
              </a:extLst>
            </p:cNvPr>
            <p:cNvSpPr txBox="1"/>
            <p:nvPr/>
          </p:nvSpPr>
          <p:spPr>
            <a:xfrm>
              <a:off x="8289190" y="2759096"/>
              <a:ext cx="716863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050" b="1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SELECT</a:t>
              </a: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1DF4E7D9-5FCC-49B2-F219-F9CEA0D97DAD}"/>
                </a:ext>
              </a:extLst>
            </p:cNvPr>
            <p:cNvSpPr/>
            <p:nvPr/>
          </p:nvSpPr>
          <p:spPr>
            <a:xfrm rot="10800000" flipV="1">
              <a:off x="8674790" y="2980269"/>
              <a:ext cx="17385" cy="424505"/>
            </a:xfrm>
            <a:custGeom>
              <a:avLst/>
              <a:gdLst>
                <a:gd name="connsiteX0" fmla="*/ 75 w 17385"/>
                <a:gd name="connsiteY0" fmla="*/ 23 h 424505"/>
                <a:gd name="connsiteX1" fmla="*/ 17461 w 17385"/>
                <a:gd name="connsiteY1" fmla="*/ 424528 h 42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385" h="424505">
                  <a:moveTo>
                    <a:pt x="75" y="23"/>
                  </a:moveTo>
                  <a:lnTo>
                    <a:pt x="17461" y="424528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5CE0478-E316-1AE3-BFF5-5028ED1944FE}"/>
                </a:ext>
              </a:extLst>
            </p:cNvPr>
            <p:cNvSpPr txBox="1"/>
            <p:nvPr/>
          </p:nvSpPr>
          <p:spPr>
            <a:xfrm>
              <a:off x="8342207" y="3363137"/>
              <a:ext cx="595035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050" b="1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FROM</a:t>
              </a: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26CA096-7D21-0180-8A43-ADC05496EDF8}"/>
                </a:ext>
              </a:extLst>
            </p:cNvPr>
            <p:cNvSpPr/>
            <p:nvPr/>
          </p:nvSpPr>
          <p:spPr>
            <a:xfrm>
              <a:off x="8611489" y="3567685"/>
              <a:ext cx="11044" cy="326996"/>
            </a:xfrm>
            <a:custGeom>
              <a:avLst/>
              <a:gdLst>
                <a:gd name="connsiteX0" fmla="*/ -31 w 11044"/>
                <a:gd name="connsiteY0" fmla="*/ 66 h 326996"/>
                <a:gd name="connsiteX1" fmla="*/ -31 w 11044"/>
                <a:gd name="connsiteY1" fmla="*/ 327062 h 326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044" h="326996">
                  <a:moveTo>
                    <a:pt x="-31" y="66"/>
                  </a:moveTo>
                  <a:lnTo>
                    <a:pt x="-31" y="327062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DEC47C2-D2E7-8CE9-6B2A-59922DC90F78}"/>
                </a:ext>
              </a:extLst>
            </p:cNvPr>
            <p:cNvSpPr txBox="1"/>
            <p:nvPr/>
          </p:nvSpPr>
          <p:spPr>
            <a:xfrm>
              <a:off x="8430353" y="3859110"/>
              <a:ext cx="319318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35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t1</a:t>
              </a: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AA4B5696-670B-70D1-6AB3-888589E45A4D}"/>
                </a:ext>
              </a:extLst>
            </p:cNvPr>
            <p:cNvSpPr/>
            <p:nvPr/>
          </p:nvSpPr>
          <p:spPr>
            <a:xfrm>
              <a:off x="8696880" y="2980269"/>
              <a:ext cx="516915" cy="223368"/>
            </a:xfrm>
            <a:custGeom>
              <a:avLst/>
              <a:gdLst>
                <a:gd name="connsiteX0" fmla="*/ -31 w 516915"/>
                <a:gd name="connsiteY0" fmla="*/ 66 h 223368"/>
                <a:gd name="connsiteX1" fmla="*/ 516885 w 516915"/>
                <a:gd name="connsiteY1" fmla="*/ 223435 h 22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6915" h="223368">
                  <a:moveTo>
                    <a:pt x="-31" y="66"/>
                  </a:moveTo>
                  <a:lnTo>
                    <a:pt x="516885" y="223435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16E690A-2DB2-4B13-3341-455D6F1B12DC}"/>
                </a:ext>
              </a:extLst>
            </p:cNvPr>
            <p:cNvSpPr txBox="1"/>
            <p:nvPr/>
          </p:nvSpPr>
          <p:spPr>
            <a:xfrm>
              <a:off x="8815173" y="3165451"/>
              <a:ext cx="700833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050" b="1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WHERE</a:t>
              </a: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04200525-C006-BC6D-7EFA-6F8F70EE5F9A}"/>
                </a:ext>
              </a:extLst>
            </p:cNvPr>
            <p:cNvSpPr/>
            <p:nvPr/>
          </p:nvSpPr>
          <p:spPr>
            <a:xfrm>
              <a:off x="9249326" y="3400923"/>
              <a:ext cx="1656" cy="242256"/>
            </a:xfrm>
            <a:custGeom>
              <a:avLst/>
              <a:gdLst>
                <a:gd name="connsiteX0" fmla="*/ -31 w 1656"/>
                <a:gd name="connsiteY0" fmla="*/ 66 h 242256"/>
                <a:gd name="connsiteX1" fmla="*/ 1626 w 1656"/>
                <a:gd name="connsiteY1" fmla="*/ 242323 h 24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6" h="242256">
                  <a:moveTo>
                    <a:pt x="-31" y="66"/>
                  </a:moveTo>
                  <a:lnTo>
                    <a:pt x="1626" y="242323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1580E72-8080-8DD1-39B2-C5D90058A814}"/>
                </a:ext>
              </a:extLst>
            </p:cNvPr>
            <p:cNvSpPr txBox="1"/>
            <p:nvPr/>
          </p:nvSpPr>
          <p:spPr>
            <a:xfrm>
              <a:off x="9094808" y="3524295"/>
              <a:ext cx="314510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1350">
                  <a:ln/>
                  <a:solidFill>
                    <a:srgbClr val="000000"/>
                  </a:solidFill>
                  <a:latin typeface="Cambria Math"/>
                  <a:sym typeface="Cambria Math"/>
                  <a:rtl val="0"/>
                </a:rPr>
                <a:t>&lt;</a:t>
              </a:r>
              <a:endParaRPr lang="zh-CN" altLang="en-US" sz="1350">
                <a:ln/>
                <a:solidFill>
                  <a:srgbClr val="000000"/>
                </a:solidFill>
                <a:latin typeface="Cambria Math"/>
                <a:sym typeface="Cambria Math"/>
                <a:rtl val="0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6FBEA49F-FF6F-FC78-5AE9-51D8F04CBB2D}"/>
                </a:ext>
              </a:extLst>
            </p:cNvPr>
            <p:cNvSpPr/>
            <p:nvPr/>
          </p:nvSpPr>
          <p:spPr>
            <a:xfrm rot="10800000" flipV="1">
              <a:off x="8942512" y="3796295"/>
              <a:ext cx="277497" cy="125630"/>
            </a:xfrm>
            <a:custGeom>
              <a:avLst/>
              <a:gdLst>
                <a:gd name="connsiteX0" fmla="*/ 100 w 277497"/>
                <a:gd name="connsiteY0" fmla="*/ 134 h 125630"/>
                <a:gd name="connsiteX1" fmla="*/ 277598 w 277497"/>
                <a:gd name="connsiteY1" fmla="*/ 125764 h 12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7497" h="125630">
                  <a:moveTo>
                    <a:pt x="100" y="134"/>
                  </a:moveTo>
                  <a:lnTo>
                    <a:pt x="277598" y="125764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4CD284AE-08AA-A351-D0EB-CEC833DA6802}"/>
                </a:ext>
              </a:extLst>
            </p:cNvPr>
            <p:cNvSpPr/>
            <p:nvPr/>
          </p:nvSpPr>
          <p:spPr>
            <a:xfrm>
              <a:off x="9260371" y="3796295"/>
              <a:ext cx="248633" cy="125630"/>
            </a:xfrm>
            <a:custGeom>
              <a:avLst/>
              <a:gdLst>
                <a:gd name="connsiteX0" fmla="*/ -31 w 248633"/>
                <a:gd name="connsiteY0" fmla="*/ 66 h 125630"/>
                <a:gd name="connsiteX1" fmla="*/ 248602 w 248633"/>
                <a:gd name="connsiteY1" fmla="*/ 125697 h 12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8633" h="125630">
                  <a:moveTo>
                    <a:pt x="-31" y="66"/>
                  </a:moveTo>
                  <a:lnTo>
                    <a:pt x="248602" y="125697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9C947C7-CB86-87D1-4CC8-8A2ADBF3FB5B}"/>
                </a:ext>
              </a:extLst>
            </p:cNvPr>
            <p:cNvSpPr txBox="1"/>
            <p:nvPr/>
          </p:nvSpPr>
          <p:spPr>
            <a:xfrm>
              <a:off x="8737560" y="3876435"/>
              <a:ext cx="348172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35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c</a:t>
              </a:r>
              <a:r>
                <a:rPr lang="en-US" altLang="zh-CN" sz="135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</a:t>
              </a:r>
              <a:endParaRPr lang="zh-CN" altLang="en-US" sz="135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64D2D55-A538-2848-1E1B-F55438B2B464}"/>
                </a:ext>
              </a:extLst>
            </p:cNvPr>
            <p:cNvSpPr txBox="1"/>
            <p:nvPr/>
          </p:nvSpPr>
          <p:spPr>
            <a:xfrm>
              <a:off x="9408240" y="3876435"/>
              <a:ext cx="444352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1350">
                  <a:ln/>
                  <a:solidFill>
                    <a:srgbClr val="FF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100</a:t>
              </a:r>
              <a:endParaRPr lang="zh-CN" altLang="en-US" sz="1350">
                <a:ln/>
                <a:solidFill>
                  <a:srgbClr val="FF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01A5E604-F3CE-DBE0-DDA1-DF0832C31C8E}"/>
                </a:ext>
              </a:extLst>
            </p:cNvPr>
            <p:cNvSpPr/>
            <p:nvPr/>
          </p:nvSpPr>
          <p:spPr>
            <a:xfrm rot="10800000" flipV="1">
              <a:off x="8067315" y="2980269"/>
              <a:ext cx="626206" cy="303573"/>
            </a:xfrm>
            <a:custGeom>
              <a:avLst/>
              <a:gdLst>
                <a:gd name="connsiteX0" fmla="*/ 20 w 626206"/>
                <a:gd name="connsiteY0" fmla="*/ 23 h 303573"/>
                <a:gd name="connsiteX1" fmla="*/ 626227 w 626206"/>
                <a:gd name="connsiteY1" fmla="*/ 303596 h 30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6206" h="303573">
                  <a:moveTo>
                    <a:pt x="20" y="23"/>
                  </a:moveTo>
                  <a:lnTo>
                    <a:pt x="626227" y="303596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41162EB-7DA5-37B0-3FD8-A5B712E102B8}"/>
                </a:ext>
              </a:extLst>
            </p:cNvPr>
            <p:cNvSpPr txBox="1"/>
            <p:nvPr/>
          </p:nvSpPr>
          <p:spPr>
            <a:xfrm>
              <a:off x="7868257" y="3640556"/>
              <a:ext cx="348172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35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c1</a:t>
              </a: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08170980-9E97-4746-8608-9624A6B0B353}"/>
              </a:ext>
            </a:extLst>
          </p:cNvPr>
          <p:cNvSpPr txBox="1"/>
          <p:nvPr/>
        </p:nvSpPr>
        <p:spPr>
          <a:xfrm>
            <a:off x="7055998" y="1935290"/>
            <a:ext cx="506870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050" b="1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MAX</a:t>
            </a:r>
            <a:endParaRPr lang="zh-CN" altLang="en-US" sz="1050" b="1">
              <a:ln/>
              <a:solidFill>
                <a:srgbClr val="000000"/>
              </a:solidFill>
              <a:latin typeface="Times New Roman"/>
              <a:cs typeface="Times New Roman"/>
              <a:sym typeface="Times New Roman"/>
              <a:rtl val="0"/>
            </a:endParaRPr>
          </a:p>
        </p:txBody>
      </p:sp>
      <p:grpSp>
        <p:nvGrpSpPr>
          <p:cNvPr id="31" name="Graphic 1">
            <a:extLst>
              <a:ext uri="{FF2B5EF4-FFF2-40B4-BE49-F238E27FC236}">
                <a16:creationId xmlns:a16="http://schemas.microsoft.com/office/drawing/2014/main" id="{12FACE2A-7D4D-4E74-8B25-40D66F71FC45}"/>
              </a:ext>
            </a:extLst>
          </p:cNvPr>
          <p:cNvGrpSpPr/>
          <p:nvPr/>
        </p:nvGrpSpPr>
        <p:grpSpPr>
          <a:xfrm>
            <a:off x="9072700" y="1286551"/>
            <a:ext cx="1984335" cy="1417421"/>
            <a:chOff x="7868257" y="2759096"/>
            <a:chExt cx="1984335" cy="1417421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EB8208E-8F37-E522-94BB-9F11A02218E9}"/>
                </a:ext>
              </a:extLst>
            </p:cNvPr>
            <p:cNvSpPr txBox="1"/>
            <p:nvPr/>
          </p:nvSpPr>
          <p:spPr>
            <a:xfrm>
              <a:off x="8289190" y="2759096"/>
              <a:ext cx="716863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050" b="1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SELECT</a:t>
              </a: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33D0C7E0-410C-02F1-6A37-195B5E3EBBAE}"/>
                </a:ext>
              </a:extLst>
            </p:cNvPr>
            <p:cNvSpPr/>
            <p:nvPr/>
          </p:nvSpPr>
          <p:spPr>
            <a:xfrm rot="10800000" flipV="1">
              <a:off x="8674790" y="2980269"/>
              <a:ext cx="17385" cy="424505"/>
            </a:xfrm>
            <a:custGeom>
              <a:avLst/>
              <a:gdLst>
                <a:gd name="connsiteX0" fmla="*/ 75 w 17385"/>
                <a:gd name="connsiteY0" fmla="*/ 23 h 424505"/>
                <a:gd name="connsiteX1" fmla="*/ 17461 w 17385"/>
                <a:gd name="connsiteY1" fmla="*/ 424528 h 424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385" h="424505">
                  <a:moveTo>
                    <a:pt x="75" y="23"/>
                  </a:moveTo>
                  <a:lnTo>
                    <a:pt x="17461" y="424528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E04D124-03C9-372F-464E-8F6FDCE7CBC2}"/>
                </a:ext>
              </a:extLst>
            </p:cNvPr>
            <p:cNvSpPr txBox="1"/>
            <p:nvPr/>
          </p:nvSpPr>
          <p:spPr>
            <a:xfrm>
              <a:off x="8342207" y="3363137"/>
              <a:ext cx="595035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050" b="1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FROM</a:t>
              </a: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603E99C5-AC17-E5FE-BF90-EE25F0F49435}"/>
                </a:ext>
              </a:extLst>
            </p:cNvPr>
            <p:cNvSpPr/>
            <p:nvPr/>
          </p:nvSpPr>
          <p:spPr>
            <a:xfrm>
              <a:off x="8611489" y="3567685"/>
              <a:ext cx="11044" cy="326996"/>
            </a:xfrm>
            <a:custGeom>
              <a:avLst/>
              <a:gdLst>
                <a:gd name="connsiteX0" fmla="*/ -31 w 11044"/>
                <a:gd name="connsiteY0" fmla="*/ 66 h 326996"/>
                <a:gd name="connsiteX1" fmla="*/ -31 w 11044"/>
                <a:gd name="connsiteY1" fmla="*/ 327062 h 326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044" h="326996">
                  <a:moveTo>
                    <a:pt x="-31" y="66"/>
                  </a:moveTo>
                  <a:lnTo>
                    <a:pt x="-31" y="327062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4EF0010-17CB-342A-FC74-6E2DF671AC24}"/>
                </a:ext>
              </a:extLst>
            </p:cNvPr>
            <p:cNvSpPr txBox="1"/>
            <p:nvPr/>
          </p:nvSpPr>
          <p:spPr>
            <a:xfrm>
              <a:off x="8430353" y="3859110"/>
              <a:ext cx="319318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35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t1</a:t>
              </a: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F2E86104-D626-7119-CBD8-6FF6F69B4BD0}"/>
                </a:ext>
              </a:extLst>
            </p:cNvPr>
            <p:cNvSpPr/>
            <p:nvPr/>
          </p:nvSpPr>
          <p:spPr>
            <a:xfrm>
              <a:off x="8696880" y="2980269"/>
              <a:ext cx="516915" cy="223368"/>
            </a:xfrm>
            <a:custGeom>
              <a:avLst/>
              <a:gdLst>
                <a:gd name="connsiteX0" fmla="*/ -31 w 516915"/>
                <a:gd name="connsiteY0" fmla="*/ 66 h 223368"/>
                <a:gd name="connsiteX1" fmla="*/ 516885 w 516915"/>
                <a:gd name="connsiteY1" fmla="*/ 223435 h 223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6915" h="223368">
                  <a:moveTo>
                    <a:pt x="-31" y="66"/>
                  </a:moveTo>
                  <a:lnTo>
                    <a:pt x="516885" y="223435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715DE4FD-B1A9-F85A-4842-D8382C783DB4}"/>
                </a:ext>
              </a:extLst>
            </p:cNvPr>
            <p:cNvSpPr txBox="1"/>
            <p:nvPr/>
          </p:nvSpPr>
          <p:spPr>
            <a:xfrm>
              <a:off x="8815173" y="3165451"/>
              <a:ext cx="700833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050" b="1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WHERE</a:t>
              </a: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FC6B0E18-E9BC-3F07-2834-379363FB0124}"/>
                </a:ext>
              </a:extLst>
            </p:cNvPr>
            <p:cNvSpPr/>
            <p:nvPr/>
          </p:nvSpPr>
          <p:spPr>
            <a:xfrm>
              <a:off x="9249326" y="3400923"/>
              <a:ext cx="1656" cy="242256"/>
            </a:xfrm>
            <a:custGeom>
              <a:avLst/>
              <a:gdLst>
                <a:gd name="connsiteX0" fmla="*/ -31 w 1656"/>
                <a:gd name="connsiteY0" fmla="*/ 66 h 242256"/>
                <a:gd name="connsiteX1" fmla="*/ 1626 w 1656"/>
                <a:gd name="connsiteY1" fmla="*/ 242323 h 24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56" h="242256">
                  <a:moveTo>
                    <a:pt x="-31" y="66"/>
                  </a:moveTo>
                  <a:lnTo>
                    <a:pt x="1626" y="242323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DAD4742-B2B3-CF2C-C2ED-6D4426844247}"/>
                </a:ext>
              </a:extLst>
            </p:cNvPr>
            <p:cNvSpPr txBox="1"/>
            <p:nvPr/>
          </p:nvSpPr>
          <p:spPr>
            <a:xfrm>
              <a:off x="9094808" y="3524295"/>
              <a:ext cx="314510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1350">
                  <a:ln/>
                  <a:solidFill>
                    <a:srgbClr val="000000"/>
                  </a:solidFill>
                  <a:latin typeface="Cambria Math"/>
                  <a:sym typeface="Cambria Math"/>
                  <a:rtl val="0"/>
                </a:rPr>
                <a:t>&lt;</a:t>
              </a:r>
              <a:endParaRPr lang="zh-CN" altLang="en-US" sz="1350">
                <a:ln/>
                <a:solidFill>
                  <a:srgbClr val="000000"/>
                </a:solidFill>
                <a:latin typeface="Cambria Math"/>
                <a:sym typeface="Cambria Math"/>
                <a:rtl val="0"/>
              </a:endParaRPr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58861464-9FB1-3813-1484-4334DA418500}"/>
                </a:ext>
              </a:extLst>
            </p:cNvPr>
            <p:cNvSpPr/>
            <p:nvPr/>
          </p:nvSpPr>
          <p:spPr>
            <a:xfrm rot="10800000" flipV="1">
              <a:off x="8942512" y="3796295"/>
              <a:ext cx="277497" cy="125630"/>
            </a:xfrm>
            <a:custGeom>
              <a:avLst/>
              <a:gdLst>
                <a:gd name="connsiteX0" fmla="*/ 100 w 277497"/>
                <a:gd name="connsiteY0" fmla="*/ 134 h 125630"/>
                <a:gd name="connsiteX1" fmla="*/ 277598 w 277497"/>
                <a:gd name="connsiteY1" fmla="*/ 125764 h 12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7497" h="125630">
                  <a:moveTo>
                    <a:pt x="100" y="134"/>
                  </a:moveTo>
                  <a:lnTo>
                    <a:pt x="277598" y="125764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AF5681D2-52B0-7EE0-04D1-350DCCF201D7}"/>
                </a:ext>
              </a:extLst>
            </p:cNvPr>
            <p:cNvSpPr/>
            <p:nvPr/>
          </p:nvSpPr>
          <p:spPr>
            <a:xfrm>
              <a:off x="9260371" y="3796295"/>
              <a:ext cx="248633" cy="125630"/>
            </a:xfrm>
            <a:custGeom>
              <a:avLst/>
              <a:gdLst>
                <a:gd name="connsiteX0" fmla="*/ -31 w 248633"/>
                <a:gd name="connsiteY0" fmla="*/ 66 h 125630"/>
                <a:gd name="connsiteX1" fmla="*/ 248602 w 248633"/>
                <a:gd name="connsiteY1" fmla="*/ 125697 h 12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8633" h="125630">
                  <a:moveTo>
                    <a:pt x="-31" y="66"/>
                  </a:moveTo>
                  <a:lnTo>
                    <a:pt x="248602" y="125697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4D36F69-E269-3B63-AE67-DDF5515AFF02}"/>
                </a:ext>
              </a:extLst>
            </p:cNvPr>
            <p:cNvSpPr txBox="1"/>
            <p:nvPr/>
          </p:nvSpPr>
          <p:spPr>
            <a:xfrm>
              <a:off x="8737560" y="3876435"/>
              <a:ext cx="348172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35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c</a:t>
              </a:r>
              <a:r>
                <a:rPr lang="en-US" altLang="zh-CN" sz="135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</a:t>
              </a:r>
              <a:endParaRPr lang="zh-CN" altLang="en-US" sz="135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EE9F98E-AE89-3256-8791-2BF3C2EBA9D1}"/>
                </a:ext>
              </a:extLst>
            </p:cNvPr>
            <p:cNvSpPr txBox="1"/>
            <p:nvPr/>
          </p:nvSpPr>
          <p:spPr>
            <a:xfrm>
              <a:off x="9408240" y="3876435"/>
              <a:ext cx="444352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1350">
                  <a:ln/>
                  <a:solidFill>
                    <a:srgbClr val="FF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200</a:t>
              </a:r>
              <a:endParaRPr lang="zh-CN" altLang="en-US" sz="1350">
                <a:ln/>
                <a:solidFill>
                  <a:srgbClr val="FF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76C57780-BAAC-0A67-4D4D-C17055E03ED8}"/>
                </a:ext>
              </a:extLst>
            </p:cNvPr>
            <p:cNvSpPr/>
            <p:nvPr/>
          </p:nvSpPr>
          <p:spPr>
            <a:xfrm rot="10800000" flipV="1">
              <a:off x="8067315" y="2980269"/>
              <a:ext cx="626206" cy="303573"/>
            </a:xfrm>
            <a:custGeom>
              <a:avLst/>
              <a:gdLst>
                <a:gd name="connsiteX0" fmla="*/ 20 w 626206"/>
                <a:gd name="connsiteY0" fmla="*/ 23 h 303573"/>
                <a:gd name="connsiteX1" fmla="*/ 626227 w 626206"/>
                <a:gd name="connsiteY1" fmla="*/ 303596 h 30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6206" h="303573">
                  <a:moveTo>
                    <a:pt x="20" y="23"/>
                  </a:moveTo>
                  <a:lnTo>
                    <a:pt x="626227" y="303596"/>
                  </a:lnTo>
                </a:path>
              </a:pathLst>
            </a:custGeom>
            <a:noFill/>
            <a:ln w="1099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6CED4B79-1474-85D8-E398-C747F180CBBD}"/>
                </a:ext>
              </a:extLst>
            </p:cNvPr>
            <p:cNvSpPr txBox="1"/>
            <p:nvPr/>
          </p:nvSpPr>
          <p:spPr>
            <a:xfrm>
              <a:off x="7868257" y="3640556"/>
              <a:ext cx="348172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35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c1</a:t>
              </a: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9F5EDBD5-6BC8-838E-A65B-1B840BAB9216}"/>
              </a:ext>
            </a:extLst>
          </p:cNvPr>
          <p:cNvSpPr txBox="1"/>
          <p:nvPr/>
        </p:nvSpPr>
        <p:spPr>
          <a:xfrm>
            <a:off x="8996131" y="1811292"/>
            <a:ext cx="506870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1050" b="1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MAX</a:t>
            </a:r>
            <a:endParaRPr lang="zh-CN" altLang="en-US" sz="1050" b="1">
              <a:ln/>
              <a:solidFill>
                <a:srgbClr val="000000"/>
              </a:solidFill>
              <a:latin typeface="Times New Roman"/>
              <a:cs typeface="Times New Roman"/>
              <a:sym typeface="Times New Roman"/>
              <a:rtl val="0"/>
            </a:endParaRPr>
          </a:p>
        </p:txBody>
      </p:sp>
      <p:sp>
        <p:nvSpPr>
          <p:cNvPr id="48" name="TextBox 6">
            <a:extLst>
              <a:ext uri="{FF2B5EF4-FFF2-40B4-BE49-F238E27FC236}">
                <a16:creationId xmlns:a16="http://schemas.microsoft.com/office/drawing/2014/main" id="{E9C9D7E1-7A2D-6482-46A6-6E48F5F0D11B}"/>
              </a:ext>
            </a:extLst>
          </p:cNvPr>
          <p:cNvSpPr txBox="1"/>
          <p:nvPr/>
        </p:nvSpPr>
        <p:spPr>
          <a:xfrm>
            <a:off x="10645982" y="172106"/>
            <a:ext cx="4328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Propagation Analysis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1AF9E59-C38C-365D-A49B-3744AF09246D}"/>
              </a:ext>
            </a:extLst>
          </p:cNvPr>
          <p:cNvGrpSpPr/>
          <p:nvPr/>
        </p:nvGrpSpPr>
        <p:grpSpPr>
          <a:xfrm>
            <a:off x="15259172" y="1297942"/>
            <a:ext cx="798002" cy="733045"/>
            <a:chOff x="8351329" y="4268328"/>
            <a:chExt cx="950721" cy="908621"/>
          </a:xfrm>
        </p:grpSpPr>
        <p:pic>
          <p:nvPicPr>
            <p:cNvPr id="50" name="图形 26" descr="清单 RTL">
              <a:extLst>
                <a:ext uri="{FF2B5EF4-FFF2-40B4-BE49-F238E27FC236}">
                  <a16:creationId xmlns:a16="http://schemas.microsoft.com/office/drawing/2014/main" id="{6BF425E8-9DE3-CCD5-435B-536BE3846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51329" y="4295215"/>
              <a:ext cx="881734" cy="881734"/>
            </a:xfrm>
            <a:prstGeom prst="rect">
              <a:avLst/>
            </a:prstGeom>
          </p:spPr>
        </p:pic>
        <p:pic>
          <p:nvPicPr>
            <p:cNvPr id="51" name="Graphic 103">
              <a:extLst>
                <a:ext uri="{FF2B5EF4-FFF2-40B4-BE49-F238E27FC236}">
                  <a16:creationId xmlns:a16="http://schemas.microsoft.com/office/drawing/2014/main" id="{5F57CC0B-02AA-CC1A-FC28-89176B31C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786158" y="4268328"/>
              <a:ext cx="515892" cy="492443"/>
            </a:xfrm>
            <a:prstGeom prst="rect">
              <a:avLst/>
            </a:prstGeom>
          </p:spPr>
        </p:pic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AFDBA75C-41B9-086F-5F42-FFE316465BD0}"/>
              </a:ext>
            </a:extLst>
          </p:cNvPr>
          <p:cNvGrpSpPr/>
          <p:nvPr/>
        </p:nvGrpSpPr>
        <p:grpSpPr>
          <a:xfrm>
            <a:off x="16415826" y="1291076"/>
            <a:ext cx="853925" cy="738745"/>
            <a:chOff x="9883021" y="4258914"/>
            <a:chExt cx="951846" cy="925078"/>
          </a:xfrm>
        </p:grpSpPr>
        <p:pic>
          <p:nvPicPr>
            <p:cNvPr id="53" name="图形 26" descr="清单 RTL">
              <a:extLst>
                <a:ext uri="{FF2B5EF4-FFF2-40B4-BE49-F238E27FC236}">
                  <a16:creationId xmlns:a16="http://schemas.microsoft.com/office/drawing/2014/main" id="{D3CAE43F-54D5-BC4D-2F94-AD01DCAB2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83021" y="4302258"/>
              <a:ext cx="881734" cy="881734"/>
            </a:xfrm>
            <a:prstGeom prst="rect">
              <a:avLst/>
            </a:prstGeom>
          </p:spPr>
        </p:pic>
        <p:pic>
          <p:nvPicPr>
            <p:cNvPr id="54" name="Graphic 105">
              <a:extLst>
                <a:ext uri="{FF2B5EF4-FFF2-40B4-BE49-F238E27FC236}">
                  <a16:creationId xmlns:a16="http://schemas.microsoft.com/office/drawing/2014/main" id="{FE3F86E7-ED81-6980-9E87-BDF3A7CD0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18975" y="4258914"/>
              <a:ext cx="515892" cy="49244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110">
                <a:extLst>
                  <a:ext uri="{FF2B5EF4-FFF2-40B4-BE49-F238E27FC236}">
                    <a16:creationId xmlns:a16="http://schemas.microsoft.com/office/drawing/2014/main" id="{80709699-023F-48BD-EA61-64A665F2CE2D}"/>
                  </a:ext>
                </a:extLst>
              </p:cNvPr>
              <p:cNvSpPr txBox="1"/>
              <p:nvPr/>
            </p:nvSpPr>
            <p:spPr>
              <a:xfrm>
                <a:off x="15865769" y="1424965"/>
                <a:ext cx="71862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⊆</m:t>
                      </m:r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110">
                <a:extLst>
                  <a:ext uri="{FF2B5EF4-FFF2-40B4-BE49-F238E27FC236}">
                    <a16:creationId xmlns:a16="http://schemas.microsoft.com/office/drawing/2014/main" id="{80709699-023F-48BD-EA61-64A665F2C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5769" y="1424965"/>
                <a:ext cx="718629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箭头: 右 55">
            <a:extLst>
              <a:ext uri="{FF2B5EF4-FFF2-40B4-BE49-F238E27FC236}">
                <a16:creationId xmlns:a16="http://schemas.microsoft.com/office/drawing/2014/main" id="{0866ABFC-3321-2E0B-E92D-F81F058BE735}"/>
              </a:ext>
            </a:extLst>
          </p:cNvPr>
          <p:cNvSpPr/>
          <p:nvPr/>
        </p:nvSpPr>
        <p:spPr>
          <a:xfrm>
            <a:off x="8539424" y="1504749"/>
            <a:ext cx="626206" cy="11555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110">
                <a:extLst>
                  <a:ext uri="{FF2B5EF4-FFF2-40B4-BE49-F238E27FC236}">
                    <a16:creationId xmlns:a16="http://schemas.microsoft.com/office/drawing/2014/main" id="{3A30EBFC-5D5C-7648-6FB5-E59A44294136}"/>
                  </a:ext>
                </a:extLst>
              </p:cNvPr>
              <p:cNvSpPr txBox="1"/>
              <p:nvPr/>
            </p:nvSpPr>
            <p:spPr>
              <a:xfrm>
                <a:off x="12638417" y="1409838"/>
                <a:ext cx="71862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⊆</m:t>
                      </m:r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110">
                <a:extLst>
                  <a:ext uri="{FF2B5EF4-FFF2-40B4-BE49-F238E27FC236}">
                    <a16:creationId xmlns:a16="http://schemas.microsoft.com/office/drawing/2014/main" id="{3A30EBFC-5D5C-7648-6FB5-E59A44294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8417" y="1409838"/>
                <a:ext cx="718629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47950ECA-58A2-7A61-6715-1D5EACC75A68}"/>
              </a:ext>
            </a:extLst>
          </p:cNvPr>
          <p:cNvSpPr txBox="1"/>
          <p:nvPr/>
        </p:nvSpPr>
        <p:spPr>
          <a:xfrm>
            <a:off x="7193937" y="1186497"/>
            <a:ext cx="50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q1</a:t>
            </a:r>
            <a:endParaRPr lang="zh-CN" altLang="en-US" b="1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EA754C7-AB2D-2ECA-B8B6-7D4BB74E4231}"/>
              </a:ext>
            </a:extLst>
          </p:cNvPr>
          <p:cNvSpPr txBox="1"/>
          <p:nvPr/>
        </p:nvSpPr>
        <p:spPr>
          <a:xfrm>
            <a:off x="9088152" y="1140197"/>
            <a:ext cx="50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q2</a:t>
            </a:r>
            <a:endParaRPr lang="zh-CN" altLang="en-US" b="1"/>
          </a:p>
        </p:txBody>
      </p:sp>
      <p:sp>
        <p:nvSpPr>
          <p:cNvPr id="67" name="TextBox 6">
            <a:extLst>
              <a:ext uri="{FF2B5EF4-FFF2-40B4-BE49-F238E27FC236}">
                <a16:creationId xmlns:a16="http://schemas.microsoft.com/office/drawing/2014/main" id="{C936095E-85CC-7495-0D7B-F7735C1DE1C8}"/>
              </a:ext>
            </a:extLst>
          </p:cNvPr>
          <p:cNvSpPr txBox="1"/>
          <p:nvPr/>
        </p:nvSpPr>
        <p:spPr>
          <a:xfrm>
            <a:off x="14985113" y="181347"/>
            <a:ext cx="281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⑤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Checking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47D1F74B-4F57-74FC-6C46-65A990E6616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8308" y="1375834"/>
            <a:ext cx="631555" cy="631555"/>
          </a:xfrm>
          <a:prstGeom prst="rect">
            <a:avLst/>
          </a:prstGeom>
        </p:spPr>
      </p:pic>
      <p:grpSp>
        <p:nvGrpSpPr>
          <p:cNvPr id="70" name="Graphic 103">
            <a:extLst>
              <a:ext uri="{FF2B5EF4-FFF2-40B4-BE49-F238E27FC236}">
                <a16:creationId xmlns:a16="http://schemas.microsoft.com/office/drawing/2014/main" id="{9C8B7EAA-3E8E-7446-8622-49BE26ACF0FC}"/>
              </a:ext>
            </a:extLst>
          </p:cNvPr>
          <p:cNvGrpSpPr/>
          <p:nvPr/>
        </p:nvGrpSpPr>
        <p:grpSpPr>
          <a:xfrm>
            <a:off x="12315485" y="1248686"/>
            <a:ext cx="379395" cy="354720"/>
            <a:chOff x="12447529" y="2852922"/>
            <a:chExt cx="379395" cy="354720"/>
          </a:xfrm>
        </p:grpSpPr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523D7761-C0AE-5960-FF2E-3EBF75A04597}"/>
                </a:ext>
              </a:extLst>
            </p:cNvPr>
            <p:cNvSpPr/>
            <p:nvPr/>
          </p:nvSpPr>
          <p:spPr>
            <a:xfrm>
              <a:off x="12447529" y="2852922"/>
              <a:ext cx="375285" cy="354720"/>
            </a:xfrm>
            <a:custGeom>
              <a:avLst/>
              <a:gdLst>
                <a:gd name="connsiteX0" fmla="*/ -1036 w 375285"/>
                <a:gd name="connsiteY0" fmla="*/ 177266 h 354720"/>
                <a:gd name="connsiteX1" fmla="*/ 186607 w 375285"/>
                <a:gd name="connsiteY1" fmla="*/ -94 h 354720"/>
                <a:gd name="connsiteX2" fmla="*/ 374250 w 375285"/>
                <a:gd name="connsiteY2" fmla="*/ 177266 h 354720"/>
                <a:gd name="connsiteX3" fmla="*/ 186607 w 375285"/>
                <a:gd name="connsiteY3" fmla="*/ 354627 h 354720"/>
                <a:gd name="connsiteX4" fmla="*/ -1036 w 375285"/>
                <a:gd name="connsiteY4" fmla="*/ 177266 h 354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285" h="354720">
                  <a:moveTo>
                    <a:pt x="-1036" y="177266"/>
                  </a:moveTo>
                  <a:cubicBezTo>
                    <a:pt x="-1036" y="79307"/>
                    <a:pt x="82969" y="-94"/>
                    <a:pt x="186607" y="-94"/>
                  </a:cubicBezTo>
                  <a:cubicBezTo>
                    <a:pt x="290244" y="-94"/>
                    <a:pt x="374250" y="79307"/>
                    <a:pt x="374250" y="177266"/>
                  </a:cubicBezTo>
                  <a:cubicBezTo>
                    <a:pt x="374250" y="275226"/>
                    <a:pt x="290244" y="354627"/>
                    <a:pt x="186607" y="354627"/>
                  </a:cubicBezTo>
                  <a:cubicBezTo>
                    <a:pt x="82969" y="354627"/>
                    <a:pt x="-1036" y="275226"/>
                    <a:pt x="-1036" y="177266"/>
                  </a:cubicBezTo>
                  <a:close/>
                </a:path>
              </a:pathLst>
            </a:custGeom>
            <a:solidFill>
              <a:srgbClr val="000000"/>
            </a:solidFill>
            <a:ln w="14288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4230AC1-8B8E-C419-B123-5E82DD28539B}"/>
                </a:ext>
              </a:extLst>
            </p:cNvPr>
            <p:cNvSpPr txBox="1"/>
            <p:nvPr/>
          </p:nvSpPr>
          <p:spPr>
            <a:xfrm>
              <a:off x="12454706" y="2861931"/>
              <a:ext cx="37221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1400" b="1">
                  <a:ln/>
                  <a:solidFill>
                    <a:srgbClr val="FFFFFF"/>
                  </a:solidFill>
                  <a:latin typeface="Calibri"/>
                  <a:cs typeface="Calibri"/>
                  <a:sym typeface="Calibri"/>
                  <a:rtl val="0"/>
                </a:rPr>
                <a:t>q</a:t>
              </a:r>
              <a:r>
                <a:rPr lang="zh-CN" altLang="en-US" sz="1400" b="1">
                  <a:ln/>
                  <a:solidFill>
                    <a:srgbClr val="FFFFFF"/>
                  </a:solidFill>
                  <a:latin typeface="Calibri"/>
                  <a:cs typeface="Calibri"/>
                  <a:sym typeface="Calibri"/>
                  <a:rtl val="0"/>
                </a:rPr>
                <a:t>1</a:t>
              </a:r>
            </a:p>
          </p:txBody>
        </p:sp>
      </p:grpSp>
      <p:pic>
        <p:nvPicPr>
          <p:cNvPr id="73" name="图片 72">
            <a:extLst>
              <a:ext uri="{FF2B5EF4-FFF2-40B4-BE49-F238E27FC236}">
                <a16:creationId xmlns:a16="http://schemas.microsoft.com/office/drawing/2014/main" id="{83AAF0A6-20C3-00E3-8100-57F6E58607F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5560" y="1388817"/>
            <a:ext cx="631555" cy="631555"/>
          </a:xfrm>
          <a:prstGeom prst="rect">
            <a:avLst/>
          </a:prstGeom>
        </p:spPr>
      </p:pic>
      <p:grpSp>
        <p:nvGrpSpPr>
          <p:cNvPr id="74" name="Graphic 103">
            <a:extLst>
              <a:ext uri="{FF2B5EF4-FFF2-40B4-BE49-F238E27FC236}">
                <a16:creationId xmlns:a16="http://schemas.microsoft.com/office/drawing/2014/main" id="{6DD2ADE0-24F8-2501-4ED0-3E3646312160}"/>
              </a:ext>
            </a:extLst>
          </p:cNvPr>
          <p:cNvGrpSpPr/>
          <p:nvPr/>
        </p:nvGrpSpPr>
        <p:grpSpPr>
          <a:xfrm>
            <a:off x="13722737" y="1261669"/>
            <a:ext cx="379395" cy="354720"/>
            <a:chOff x="12447529" y="2852922"/>
            <a:chExt cx="379395" cy="354720"/>
          </a:xfrm>
        </p:grpSpPr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1E4F683B-C389-A774-CD3F-9B1A7D57D01A}"/>
                </a:ext>
              </a:extLst>
            </p:cNvPr>
            <p:cNvSpPr/>
            <p:nvPr/>
          </p:nvSpPr>
          <p:spPr>
            <a:xfrm>
              <a:off x="12447529" y="2852922"/>
              <a:ext cx="375285" cy="354720"/>
            </a:xfrm>
            <a:custGeom>
              <a:avLst/>
              <a:gdLst>
                <a:gd name="connsiteX0" fmla="*/ -1036 w 375285"/>
                <a:gd name="connsiteY0" fmla="*/ 177266 h 354720"/>
                <a:gd name="connsiteX1" fmla="*/ 186607 w 375285"/>
                <a:gd name="connsiteY1" fmla="*/ -94 h 354720"/>
                <a:gd name="connsiteX2" fmla="*/ 374250 w 375285"/>
                <a:gd name="connsiteY2" fmla="*/ 177266 h 354720"/>
                <a:gd name="connsiteX3" fmla="*/ 186607 w 375285"/>
                <a:gd name="connsiteY3" fmla="*/ 354627 h 354720"/>
                <a:gd name="connsiteX4" fmla="*/ -1036 w 375285"/>
                <a:gd name="connsiteY4" fmla="*/ 177266 h 354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285" h="354720">
                  <a:moveTo>
                    <a:pt x="-1036" y="177266"/>
                  </a:moveTo>
                  <a:cubicBezTo>
                    <a:pt x="-1036" y="79307"/>
                    <a:pt x="82969" y="-94"/>
                    <a:pt x="186607" y="-94"/>
                  </a:cubicBezTo>
                  <a:cubicBezTo>
                    <a:pt x="290244" y="-94"/>
                    <a:pt x="374250" y="79307"/>
                    <a:pt x="374250" y="177266"/>
                  </a:cubicBezTo>
                  <a:cubicBezTo>
                    <a:pt x="374250" y="275226"/>
                    <a:pt x="290244" y="354627"/>
                    <a:pt x="186607" y="354627"/>
                  </a:cubicBezTo>
                  <a:cubicBezTo>
                    <a:pt x="82969" y="354627"/>
                    <a:pt x="-1036" y="275226"/>
                    <a:pt x="-1036" y="177266"/>
                  </a:cubicBezTo>
                  <a:close/>
                </a:path>
              </a:pathLst>
            </a:custGeom>
            <a:solidFill>
              <a:srgbClr val="000000"/>
            </a:solidFill>
            <a:ln w="14288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AA4E02E0-3D2A-4000-A349-7481C3FD41FB}"/>
                </a:ext>
              </a:extLst>
            </p:cNvPr>
            <p:cNvSpPr txBox="1"/>
            <p:nvPr/>
          </p:nvSpPr>
          <p:spPr>
            <a:xfrm>
              <a:off x="12454706" y="2861931"/>
              <a:ext cx="37221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1400" b="1">
                  <a:ln/>
                  <a:solidFill>
                    <a:srgbClr val="FFFFFF"/>
                  </a:solidFill>
                  <a:latin typeface="Calibri"/>
                  <a:cs typeface="Calibri"/>
                  <a:sym typeface="Calibri"/>
                  <a:rtl val="0"/>
                </a:rPr>
                <a:t>q2</a:t>
              </a:r>
              <a:endParaRPr lang="zh-CN" altLang="en-US" sz="1400" b="1">
                <a:ln/>
                <a:solidFill>
                  <a:srgbClr val="FFFFFF"/>
                </a:solidFill>
                <a:latin typeface="Calibri"/>
                <a:cs typeface="Calibri"/>
                <a:sym typeface="Calibri"/>
                <a:rtl val="0"/>
              </a:endParaRPr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A12BF44B-82A4-4A17-37CA-7759CC156EA4}"/>
              </a:ext>
            </a:extLst>
          </p:cNvPr>
          <p:cNvSpPr txBox="1"/>
          <p:nvPr/>
        </p:nvSpPr>
        <p:spPr>
          <a:xfrm>
            <a:off x="11386507" y="2139083"/>
            <a:ext cx="359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u="sng"/>
              <a:t>Value-level under-approximation</a:t>
            </a:r>
            <a:endParaRPr lang="zh-CN" altLang="en-US" b="1" u="sng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60A63DB-2E1E-E9ED-CA0F-4D5ADAF65EE1}"/>
              </a:ext>
            </a:extLst>
          </p:cNvPr>
          <p:cNvSpPr txBox="1"/>
          <p:nvPr/>
        </p:nvSpPr>
        <p:spPr>
          <a:xfrm>
            <a:off x="15204291" y="2123858"/>
            <a:ext cx="22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Back to </a:t>
            </a:r>
            <a:r>
              <a:rPr lang="en-US" altLang="zh-CN" sz="1799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en-US" altLang="zh-CN"/>
              <a:t> and iterate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05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48" grpId="0"/>
      <p:bldP spid="55" grpId="0"/>
      <p:bldP spid="64" grpId="0"/>
      <p:bldP spid="6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</TotalTime>
  <Words>79</Words>
  <Application>Microsoft Office PowerPoint</Application>
  <PresentationFormat>自定义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 lin</cp:lastModifiedBy>
  <cp:revision>13</cp:revision>
  <dcterms:created xsi:type="dcterms:W3CDTF">2023-08-09T12:44:00Z</dcterms:created>
  <dcterms:modified xsi:type="dcterms:W3CDTF">2025-11-04T15:42:59Z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